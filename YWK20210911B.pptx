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2"/>
  </p:notesMasterIdLst>
  <p:handoutMasterIdLst>
    <p:handoutMasterId r:id="rId13"/>
  </p:handoutMasterIdLst>
  <p:sldIdLst>
    <p:sldId id="266" r:id="rId2"/>
    <p:sldId id="278" r:id="rId3"/>
    <p:sldId id="263" r:id="rId4"/>
    <p:sldId id="281" r:id="rId5"/>
    <p:sldId id="264" r:id="rId6"/>
    <p:sldId id="283" r:id="rId7"/>
    <p:sldId id="284" r:id="rId8"/>
    <p:sldId id="287" r:id="rId9"/>
    <p:sldId id="285" r:id="rId10"/>
    <p:sldId id="286" r:id="rId11"/>
  </p:sldIdLst>
  <p:sldSz cx="12192000" cy="6858000"/>
  <p:notesSz cx="6797675" cy="99266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 uri="{2D200454-40CA-4A62-9FC3-DE9A4176ACB9}">
      <p15:notes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A8F0D7-2335-485F-9A65-A3B0683FEA10}" v="926" dt="2021-04-10T23:42:17.911"/>
    <p1510:client id="{BB7A826F-42CE-4103-AEB6-7B8BD0F25775}" v="1783" dt="2021-04-10T09:54:56.547"/>
    <p1510:client id="{CEC056F8-B9D9-4BA7-8835-7BFB39F76E21}" v="212" dt="2021-04-11T01:03:21.518"/>
    <p1510:client id="{F77739B7-65AC-405A-9404-F0E8684526BA}" v="24" dt="2021-04-24T09:19:39.0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084" autoAdjust="0"/>
    <p:restoredTop sz="94660"/>
  </p:normalViewPr>
  <p:slideViewPr>
    <p:cSldViewPr snapToGrid="0">
      <p:cViewPr>
        <p:scale>
          <a:sx n="81" d="100"/>
          <a:sy n="81" d="100"/>
        </p:scale>
        <p:origin x="-498" y="-7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2" d="100"/>
          <a:sy n="62" d="100"/>
        </p:scale>
        <p:origin x="2218" y="6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西川 哲人" userId="7386213e0f2d4dff" providerId="Windows Live" clId="Web-{F77739B7-65AC-405A-9404-F0E8684526BA}"/>
    <pc:docChg chg="modSld sldOrd">
      <pc:chgData name="西川 哲人" userId="7386213e0f2d4dff" providerId="Windows Live" clId="Web-{F77739B7-65AC-405A-9404-F0E8684526BA}" dt="2021-04-24T09:19:39.003" v="17" actId="20577"/>
      <pc:docMkLst>
        <pc:docMk/>
      </pc:docMkLst>
      <pc:sldChg chg="ord">
        <pc:chgData name="西川 哲人" userId="7386213e0f2d4dff" providerId="Windows Live" clId="Web-{F77739B7-65AC-405A-9404-F0E8684526BA}" dt="2021-04-24T09:14:13.024" v="10"/>
        <pc:sldMkLst>
          <pc:docMk/>
          <pc:sldMk cId="3868695024" sldId="257"/>
        </pc:sldMkLst>
      </pc:sldChg>
      <pc:sldChg chg="modSp ord">
        <pc:chgData name="西川 哲人" userId="7386213e0f2d4dff" providerId="Windows Live" clId="Web-{F77739B7-65AC-405A-9404-F0E8684526BA}" dt="2021-04-24T09:07:33.322" v="5"/>
        <pc:sldMkLst>
          <pc:docMk/>
          <pc:sldMk cId="332512393" sldId="260"/>
        </pc:sldMkLst>
        <pc:spChg chg="mod">
          <ac:chgData name="西川 哲人" userId="7386213e0f2d4dff" providerId="Windows Live" clId="Web-{F77739B7-65AC-405A-9404-F0E8684526BA}" dt="2021-04-24T05:00:16.124" v="4" actId="20577"/>
          <ac:spMkLst>
            <pc:docMk/>
            <pc:sldMk cId="332512393" sldId="260"/>
            <ac:spMk id="3" creationId="{1525253D-A663-41D7-96C3-53F93C6CCC69}"/>
          </ac:spMkLst>
        </pc:spChg>
      </pc:sldChg>
      <pc:sldChg chg="modSp ord">
        <pc:chgData name="西川 哲人" userId="7386213e0f2d4dff" providerId="Windows Live" clId="Web-{F77739B7-65AC-405A-9404-F0E8684526BA}" dt="2021-04-24T09:19:39.003" v="17" actId="20577"/>
        <pc:sldMkLst>
          <pc:docMk/>
          <pc:sldMk cId="445242471" sldId="261"/>
        </pc:sldMkLst>
        <pc:spChg chg="mod">
          <ac:chgData name="西川 哲人" userId="7386213e0f2d4dff" providerId="Windows Live" clId="Web-{F77739B7-65AC-405A-9404-F0E8684526BA}" dt="2021-04-24T09:19:39.003" v="17" actId="20577"/>
          <ac:spMkLst>
            <pc:docMk/>
            <pc:sldMk cId="445242471" sldId="261"/>
            <ac:spMk id="15" creationId="{26A8A29A-BC23-4B18-870B-BBCC1847C6E9}"/>
          </ac:spMkLst>
        </pc:spChg>
        <pc:spChg chg="mod">
          <ac:chgData name="西川 哲人" userId="7386213e0f2d4dff" providerId="Windows Live" clId="Web-{F77739B7-65AC-405A-9404-F0E8684526BA}" dt="2021-04-24T09:18:49.314" v="12" actId="20577"/>
          <ac:spMkLst>
            <pc:docMk/>
            <pc:sldMk cId="445242471" sldId="261"/>
            <ac:spMk id="21" creationId="{8B4A4CEE-10A8-4639-A35B-F9736B5986D9}"/>
          </ac:spMkLst>
        </pc:spChg>
      </pc:sldChg>
      <pc:sldChg chg="modSp">
        <pc:chgData name="西川 哲人" userId="7386213e0f2d4dff" providerId="Windows Live" clId="Web-{F77739B7-65AC-405A-9404-F0E8684526BA}" dt="2021-04-24T04:59:21.405" v="0" actId="20577"/>
        <pc:sldMkLst>
          <pc:docMk/>
          <pc:sldMk cId="1449098507" sldId="262"/>
        </pc:sldMkLst>
        <pc:spChg chg="mod">
          <ac:chgData name="西川 哲人" userId="7386213e0f2d4dff" providerId="Windows Live" clId="Web-{F77739B7-65AC-405A-9404-F0E8684526BA}" dt="2021-04-24T04:59:21.405" v="0" actId="20577"/>
          <ac:spMkLst>
            <pc:docMk/>
            <pc:sldMk cId="1449098507" sldId="262"/>
            <ac:spMk id="3" creationId="{1525253D-A663-41D7-96C3-53F93C6CCC69}"/>
          </ac:spMkLst>
        </pc:spChg>
      </pc:sldChg>
      <pc:sldChg chg="ord">
        <pc:chgData name="西川 哲人" userId="7386213e0f2d4dff" providerId="Windows Live" clId="Web-{F77739B7-65AC-405A-9404-F0E8684526BA}" dt="2021-04-24T09:07:59.041" v="8"/>
        <pc:sldMkLst>
          <pc:docMk/>
          <pc:sldMk cId="2998594625" sldId="26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DD4DC89C-35AA-4562-9BFE-8286B6F504A6}" type="datetimeFigureOut">
              <a:rPr kumimoji="1" lang="ja-JP" altLang="en-US" smtClean="0"/>
              <a:t>2021/9/9</a:t>
            </a:fld>
            <a:endParaRPr kumimoji="1" lang="ja-JP" altLang="en-US"/>
          </a:p>
        </p:txBody>
      </p:sp>
      <p:sp>
        <p:nvSpPr>
          <p:cNvPr id="4" name="フッター プレースホルダー 3"/>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6AC422AB-36CD-4828-BE34-564077CB7AFA}" type="slidenum">
              <a:rPr kumimoji="1" lang="ja-JP" altLang="en-US" smtClean="0"/>
              <a:t>‹#›</a:t>
            </a:fld>
            <a:endParaRPr kumimoji="1" lang="ja-JP" altLang="en-US"/>
          </a:p>
        </p:txBody>
      </p:sp>
    </p:spTree>
    <p:extLst>
      <p:ext uri="{BB962C8B-B14F-4D97-AF65-F5344CB8AC3E}">
        <p14:creationId xmlns:p14="http://schemas.microsoft.com/office/powerpoint/2010/main" val="33754814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D8D38498-C7E7-43B9-B5F0-851AACE31DE4}" type="datetimeFigureOut">
              <a:rPr kumimoji="1" lang="ja-JP" altLang="en-US" smtClean="0"/>
              <a:t>2021/9/9</a:t>
            </a:fld>
            <a:endParaRPr kumimoji="1" lang="ja-JP" altLang="en-US"/>
          </a:p>
        </p:txBody>
      </p:sp>
      <p:sp>
        <p:nvSpPr>
          <p:cNvPr id="4" name="スライド イメージ プレースホルダー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ー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3770E60F-2FE8-4A52-BBA0-CD78CD5A257C}" type="slidenum">
              <a:rPr kumimoji="1" lang="ja-JP" altLang="en-US" smtClean="0"/>
              <a:t>‹#›</a:t>
            </a:fld>
            <a:endParaRPr kumimoji="1" lang="ja-JP" altLang="en-US"/>
          </a:p>
        </p:txBody>
      </p:sp>
    </p:spTree>
    <p:extLst>
      <p:ext uri="{BB962C8B-B14F-4D97-AF65-F5344CB8AC3E}">
        <p14:creationId xmlns:p14="http://schemas.microsoft.com/office/powerpoint/2010/main" val="225463165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3770E60F-2FE8-4A52-BBA0-CD78CD5A257C}" type="slidenum">
              <a:rPr kumimoji="1" lang="ja-JP" altLang="en-US" smtClean="0"/>
              <a:t>1</a:t>
            </a:fld>
            <a:endParaRPr kumimoji="1" lang="ja-JP" altLang="en-US"/>
          </a:p>
        </p:txBody>
      </p:sp>
    </p:spTree>
    <p:extLst>
      <p:ext uri="{BB962C8B-B14F-4D97-AF65-F5344CB8AC3E}">
        <p14:creationId xmlns:p14="http://schemas.microsoft.com/office/powerpoint/2010/main" val="41749643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 xmlns:a16="http://schemas.microsoft.com/office/drawing/2014/main" id="{734105EF-2168-4685-81C8-A2017DAEA251}"/>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 xmlns:a16="http://schemas.microsoft.com/office/drawing/2014/main" id="{8FDED33E-1E8A-4585-81E1-B0520DDFA2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 xmlns:a16="http://schemas.microsoft.com/office/drawing/2014/main" id="{AC3DE0C0-DE66-4C99-8A5B-7ED42C8ED1DB}"/>
              </a:ext>
            </a:extLst>
          </p:cNvPr>
          <p:cNvSpPr>
            <a:spLocks noGrp="1"/>
          </p:cNvSpPr>
          <p:nvPr>
            <p:ph type="dt" sz="half" idx="10"/>
          </p:nvPr>
        </p:nvSpPr>
        <p:spPr/>
        <p:txBody>
          <a:bodyPr/>
          <a:lstStyle/>
          <a:p>
            <a:fld id="{FB3B2202-534A-43D7-BDC3-484450BD3515}" type="datetime1">
              <a:rPr kumimoji="1" lang="ja-JP" altLang="en-US" smtClean="0"/>
              <a:t>2021/9/9</a:t>
            </a:fld>
            <a:endParaRPr kumimoji="1" lang="ja-JP" altLang="en-US"/>
          </a:p>
        </p:txBody>
      </p:sp>
      <p:sp>
        <p:nvSpPr>
          <p:cNvPr id="5" name="フッター プレースホルダー 4">
            <a:extLst>
              <a:ext uri="{FF2B5EF4-FFF2-40B4-BE49-F238E27FC236}">
                <a16:creationId xmlns="" xmlns:a16="http://schemas.microsoft.com/office/drawing/2014/main" id="{C85F1ADA-7570-496B-9CD9-B8AAA9AB04F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 xmlns:a16="http://schemas.microsoft.com/office/drawing/2014/main" id="{815741E5-7A81-4635-BE83-94BDC7A1A4DD}"/>
              </a:ext>
            </a:extLst>
          </p:cNvPr>
          <p:cNvSpPr>
            <a:spLocks noGrp="1"/>
          </p:cNvSpPr>
          <p:nvPr>
            <p:ph type="sldNum" sz="quarter" idx="12"/>
          </p:nvPr>
        </p:nvSpPr>
        <p:spPr/>
        <p:txBody>
          <a:bodyPr/>
          <a:lstStyle/>
          <a:p>
            <a:fld id="{B5082A37-547C-4C2F-B61F-FF8420BEB5B6}" type="slidenum">
              <a:rPr kumimoji="1" lang="ja-JP" altLang="en-US" smtClean="0"/>
              <a:t>‹#›</a:t>
            </a:fld>
            <a:endParaRPr kumimoji="1" lang="ja-JP" altLang="en-US"/>
          </a:p>
        </p:txBody>
      </p:sp>
    </p:spTree>
    <p:extLst>
      <p:ext uri="{BB962C8B-B14F-4D97-AF65-F5344CB8AC3E}">
        <p14:creationId xmlns:p14="http://schemas.microsoft.com/office/powerpoint/2010/main" val="3903188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 xmlns:a16="http://schemas.microsoft.com/office/drawing/2014/main" id="{B144F0CE-BDAE-492A-9280-0C0A059D3DD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 xmlns:a16="http://schemas.microsoft.com/office/drawing/2014/main" id="{2E2A0C28-FFD6-4B07-961A-0173BD6B5FD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 xmlns:a16="http://schemas.microsoft.com/office/drawing/2014/main" id="{A2AE3A18-E53F-4FE6-96D9-D520BDCBF5BB}"/>
              </a:ext>
            </a:extLst>
          </p:cNvPr>
          <p:cNvSpPr>
            <a:spLocks noGrp="1"/>
          </p:cNvSpPr>
          <p:nvPr>
            <p:ph type="dt" sz="half" idx="10"/>
          </p:nvPr>
        </p:nvSpPr>
        <p:spPr/>
        <p:txBody>
          <a:bodyPr/>
          <a:lstStyle/>
          <a:p>
            <a:fld id="{511DF279-52F7-4AFB-B09C-52260437C92D}" type="datetime1">
              <a:rPr kumimoji="1" lang="ja-JP" altLang="en-US" smtClean="0"/>
              <a:t>2021/9/9</a:t>
            </a:fld>
            <a:endParaRPr kumimoji="1" lang="ja-JP" altLang="en-US"/>
          </a:p>
        </p:txBody>
      </p:sp>
      <p:sp>
        <p:nvSpPr>
          <p:cNvPr id="5" name="フッター プレースホルダー 4">
            <a:extLst>
              <a:ext uri="{FF2B5EF4-FFF2-40B4-BE49-F238E27FC236}">
                <a16:creationId xmlns="" xmlns:a16="http://schemas.microsoft.com/office/drawing/2014/main" id="{9C8C4855-2349-4D69-AF71-2671A884CE2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 xmlns:a16="http://schemas.microsoft.com/office/drawing/2014/main" id="{C1C13C3A-D916-4E9B-9955-EFD8DA1A3CB0}"/>
              </a:ext>
            </a:extLst>
          </p:cNvPr>
          <p:cNvSpPr>
            <a:spLocks noGrp="1"/>
          </p:cNvSpPr>
          <p:nvPr>
            <p:ph type="sldNum" sz="quarter" idx="12"/>
          </p:nvPr>
        </p:nvSpPr>
        <p:spPr/>
        <p:txBody>
          <a:bodyPr/>
          <a:lstStyle/>
          <a:p>
            <a:fld id="{B5082A37-547C-4C2F-B61F-FF8420BEB5B6}" type="slidenum">
              <a:rPr kumimoji="1" lang="ja-JP" altLang="en-US" smtClean="0"/>
              <a:t>‹#›</a:t>
            </a:fld>
            <a:endParaRPr kumimoji="1" lang="ja-JP" altLang="en-US"/>
          </a:p>
        </p:txBody>
      </p:sp>
    </p:spTree>
    <p:extLst>
      <p:ext uri="{BB962C8B-B14F-4D97-AF65-F5344CB8AC3E}">
        <p14:creationId xmlns:p14="http://schemas.microsoft.com/office/powerpoint/2010/main" val="31188334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 xmlns:a16="http://schemas.microsoft.com/office/drawing/2014/main" id="{6664B601-2283-4D09-8EEC-A53D3150B7C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 xmlns:a16="http://schemas.microsoft.com/office/drawing/2014/main" id="{6B8B00EE-1F9A-4248-8A39-F7828FEB13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 xmlns:a16="http://schemas.microsoft.com/office/drawing/2014/main" id="{CFE63A7B-334B-4730-8C1A-175ECCD83DC6}"/>
              </a:ext>
            </a:extLst>
          </p:cNvPr>
          <p:cNvSpPr>
            <a:spLocks noGrp="1"/>
          </p:cNvSpPr>
          <p:nvPr>
            <p:ph type="dt" sz="half" idx="10"/>
          </p:nvPr>
        </p:nvSpPr>
        <p:spPr/>
        <p:txBody>
          <a:bodyPr/>
          <a:lstStyle/>
          <a:p>
            <a:fld id="{3274E66B-C258-486F-83BA-69C2B63D739D}" type="datetime1">
              <a:rPr kumimoji="1" lang="ja-JP" altLang="en-US" smtClean="0"/>
              <a:t>2021/9/9</a:t>
            </a:fld>
            <a:endParaRPr kumimoji="1" lang="ja-JP" altLang="en-US"/>
          </a:p>
        </p:txBody>
      </p:sp>
      <p:sp>
        <p:nvSpPr>
          <p:cNvPr id="5" name="フッター プレースホルダー 4">
            <a:extLst>
              <a:ext uri="{FF2B5EF4-FFF2-40B4-BE49-F238E27FC236}">
                <a16:creationId xmlns="" xmlns:a16="http://schemas.microsoft.com/office/drawing/2014/main" id="{55CE0F2F-D270-4BE6-ADB7-70FD5CC6FF5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 xmlns:a16="http://schemas.microsoft.com/office/drawing/2014/main" id="{4C206C77-3CB8-48CF-B512-8FB12C0522CA}"/>
              </a:ext>
            </a:extLst>
          </p:cNvPr>
          <p:cNvSpPr>
            <a:spLocks noGrp="1"/>
          </p:cNvSpPr>
          <p:nvPr>
            <p:ph type="sldNum" sz="quarter" idx="12"/>
          </p:nvPr>
        </p:nvSpPr>
        <p:spPr/>
        <p:txBody>
          <a:bodyPr/>
          <a:lstStyle/>
          <a:p>
            <a:fld id="{B5082A37-547C-4C2F-B61F-FF8420BEB5B6}" type="slidenum">
              <a:rPr kumimoji="1" lang="ja-JP" altLang="en-US" smtClean="0"/>
              <a:t>‹#›</a:t>
            </a:fld>
            <a:endParaRPr kumimoji="1" lang="ja-JP" altLang="en-US"/>
          </a:p>
        </p:txBody>
      </p:sp>
    </p:spTree>
    <p:extLst>
      <p:ext uri="{BB962C8B-B14F-4D97-AF65-F5344CB8AC3E}">
        <p14:creationId xmlns:p14="http://schemas.microsoft.com/office/powerpoint/2010/main" val="2249716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 xmlns:a16="http://schemas.microsoft.com/office/drawing/2014/main" id="{7429A6E0-3662-483B-BF3F-79FD60446B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 xmlns:a16="http://schemas.microsoft.com/office/drawing/2014/main" id="{A9AE8D92-BDFB-4E4F-8DF1-FD71EC960F94}"/>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 xmlns:a16="http://schemas.microsoft.com/office/drawing/2014/main" id="{70BB19EB-C61C-45DF-94EF-02B0A4D4F64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 xmlns:a16="http://schemas.microsoft.com/office/drawing/2014/main" id="{90012487-1171-49F9-9739-7DC30A7D8372}"/>
              </a:ext>
            </a:extLst>
          </p:cNvPr>
          <p:cNvSpPr>
            <a:spLocks noGrp="1"/>
          </p:cNvSpPr>
          <p:nvPr>
            <p:ph type="dt" sz="half" idx="10"/>
          </p:nvPr>
        </p:nvSpPr>
        <p:spPr/>
        <p:txBody>
          <a:bodyPr/>
          <a:lstStyle/>
          <a:p>
            <a:fld id="{FDA3F916-AF3E-4536-8676-6292E8284287}" type="datetime1">
              <a:rPr kumimoji="1" lang="ja-JP" altLang="en-US" smtClean="0"/>
              <a:t>2021/9/9</a:t>
            </a:fld>
            <a:endParaRPr kumimoji="1" lang="ja-JP" altLang="en-US"/>
          </a:p>
        </p:txBody>
      </p:sp>
      <p:sp>
        <p:nvSpPr>
          <p:cNvPr id="6" name="フッター プレースホルダー 5">
            <a:extLst>
              <a:ext uri="{FF2B5EF4-FFF2-40B4-BE49-F238E27FC236}">
                <a16:creationId xmlns="" xmlns:a16="http://schemas.microsoft.com/office/drawing/2014/main" id="{6E88FD49-B602-4DED-8DE5-257311ADD4E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 xmlns:a16="http://schemas.microsoft.com/office/drawing/2014/main" id="{FD254559-9A9A-4598-A4D8-D6FDB80E879A}"/>
              </a:ext>
            </a:extLst>
          </p:cNvPr>
          <p:cNvSpPr>
            <a:spLocks noGrp="1"/>
          </p:cNvSpPr>
          <p:nvPr>
            <p:ph type="sldNum" sz="quarter" idx="12"/>
          </p:nvPr>
        </p:nvSpPr>
        <p:spPr/>
        <p:txBody>
          <a:bodyPr/>
          <a:lstStyle/>
          <a:p>
            <a:fld id="{B5082A37-547C-4C2F-B61F-FF8420BEB5B6}" type="slidenum">
              <a:rPr kumimoji="1" lang="ja-JP" altLang="en-US" smtClean="0"/>
              <a:t>‹#›</a:t>
            </a:fld>
            <a:endParaRPr kumimoji="1" lang="ja-JP" altLang="en-US"/>
          </a:p>
        </p:txBody>
      </p:sp>
    </p:spTree>
    <p:extLst>
      <p:ext uri="{BB962C8B-B14F-4D97-AF65-F5344CB8AC3E}">
        <p14:creationId xmlns:p14="http://schemas.microsoft.com/office/powerpoint/2010/main" val="120364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 xmlns:a16="http://schemas.microsoft.com/office/drawing/2014/main" id="{65A5F0B0-CEA7-427D-8606-05DFABA3A46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 xmlns:a16="http://schemas.microsoft.com/office/drawing/2014/main" id="{06C839F9-FE81-497E-B7D0-04153D7E09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 xmlns:a16="http://schemas.microsoft.com/office/drawing/2014/main" id="{67C498EE-AE22-4CC0-98A2-1E58D7FCDF83}"/>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 xmlns:a16="http://schemas.microsoft.com/office/drawing/2014/main" id="{50C9C6C0-1C68-46F2-A5E7-F9C8A496AD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 xmlns:a16="http://schemas.microsoft.com/office/drawing/2014/main" id="{E0775ADA-2E16-4011-8210-F05E77AA9560}"/>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 xmlns:a16="http://schemas.microsoft.com/office/drawing/2014/main" id="{91DE8CC0-E5E3-47F6-82B4-7626C4EE10A8}"/>
              </a:ext>
            </a:extLst>
          </p:cNvPr>
          <p:cNvSpPr>
            <a:spLocks noGrp="1"/>
          </p:cNvSpPr>
          <p:nvPr>
            <p:ph type="dt" sz="half" idx="10"/>
          </p:nvPr>
        </p:nvSpPr>
        <p:spPr/>
        <p:txBody>
          <a:bodyPr/>
          <a:lstStyle/>
          <a:p>
            <a:fld id="{2DF97412-632C-4618-AD27-DFBACF9A1FF8}" type="datetime1">
              <a:rPr kumimoji="1" lang="ja-JP" altLang="en-US" smtClean="0"/>
              <a:t>2021/9/9</a:t>
            </a:fld>
            <a:endParaRPr kumimoji="1" lang="ja-JP" altLang="en-US"/>
          </a:p>
        </p:txBody>
      </p:sp>
      <p:sp>
        <p:nvSpPr>
          <p:cNvPr id="8" name="フッター プレースホルダー 7">
            <a:extLst>
              <a:ext uri="{FF2B5EF4-FFF2-40B4-BE49-F238E27FC236}">
                <a16:creationId xmlns="" xmlns:a16="http://schemas.microsoft.com/office/drawing/2014/main" id="{E9D3DA47-7A90-4426-8CEA-7BA58CC06693}"/>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 xmlns:a16="http://schemas.microsoft.com/office/drawing/2014/main" id="{51F58BF7-C6E1-49E6-B7C5-FE9000D801D7}"/>
              </a:ext>
            </a:extLst>
          </p:cNvPr>
          <p:cNvSpPr>
            <a:spLocks noGrp="1"/>
          </p:cNvSpPr>
          <p:nvPr>
            <p:ph type="sldNum" sz="quarter" idx="12"/>
          </p:nvPr>
        </p:nvSpPr>
        <p:spPr/>
        <p:txBody>
          <a:bodyPr/>
          <a:lstStyle/>
          <a:p>
            <a:fld id="{B5082A37-547C-4C2F-B61F-FF8420BEB5B6}" type="slidenum">
              <a:rPr kumimoji="1" lang="ja-JP" altLang="en-US" smtClean="0"/>
              <a:t>‹#›</a:t>
            </a:fld>
            <a:endParaRPr kumimoji="1" lang="ja-JP" altLang="en-US"/>
          </a:p>
        </p:txBody>
      </p:sp>
    </p:spTree>
    <p:extLst>
      <p:ext uri="{BB962C8B-B14F-4D97-AF65-F5344CB8AC3E}">
        <p14:creationId xmlns:p14="http://schemas.microsoft.com/office/powerpoint/2010/main" val="245050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 xmlns:a16="http://schemas.microsoft.com/office/drawing/2014/main" id="{BED86CAB-A694-4984-A3C7-4215F0F997B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 xmlns:a16="http://schemas.microsoft.com/office/drawing/2014/main" id="{BE0F89C9-2B8F-451A-8E60-0C6E77CE2467}"/>
              </a:ext>
            </a:extLst>
          </p:cNvPr>
          <p:cNvSpPr>
            <a:spLocks noGrp="1"/>
          </p:cNvSpPr>
          <p:nvPr>
            <p:ph type="dt" sz="half" idx="10"/>
          </p:nvPr>
        </p:nvSpPr>
        <p:spPr/>
        <p:txBody>
          <a:bodyPr/>
          <a:lstStyle/>
          <a:p>
            <a:fld id="{20B4E21D-2E76-422E-AE04-F55978BDFB35}" type="datetime1">
              <a:rPr kumimoji="1" lang="ja-JP" altLang="en-US" smtClean="0"/>
              <a:t>2021/9/9</a:t>
            </a:fld>
            <a:endParaRPr kumimoji="1" lang="ja-JP" altLang="en-US"/>
          </a:p>
        </p:txBody>
      </p:sp>
      <p:sp>
        <p:nvSpPr>
          <p:cNvPr id="4" name="フッター プレースホルダー 3">
            <a:extLst>
              <a:ext uri="{FF2B5EF4-FFF2-40B4-BE49-F238E27FC236}">
                <a16:creationId xmlns="" xmlns:a16="http://schemas.microsoft.com/office/drawing/2014/main" id="{F9D158DD-9E22-402B-813B-AB714D4BC9A5}"/>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 xmlns:a16="http://schemas.microsoft.com/office/drawing/2014/main" id="{F4183066-A9D0-4CC2-8A62-29F8EE3738B0}"/>
              </a:ext>
            </a:extLst>
          </p:cNvPr>
          <p:cNvSpPr>
            <a:spLocks noGrp="1"/>
          </p:cNvSpPr>
          <p:nvPr>
            <p:ph type="sldNum" sz="quarter" idx="12"/>
          </p:nvPr>
        </p:nvSpPr>
        <p:spPr/>
        <p:txBody>
          <a:bodyPr/>
          <a:lstStyle/>
          <a:p>
            <a:fld id="{B5082A37-547C-4C2F-B61F-FF8420BEB5B6}" type="slidenum">
              <a:rPr kumimoji="1" lang="ja-JP" altLang="en-US" smtClean="0"/>
              <a:t>‹#›</a:t>
            </a:fld>
            <a:endParaRPr kumimoji="1" lang="ja-JP" altLang="en-US"/>
          </a:p>
        </p:txBody>
      </p:sp>
    </p:spTree>
    <p:extLst>
      <p:ext uri="{BB962C8B-B14F-4D97-AF65-F5344CB8AC3E}">
        <p14:creationId xmlns:p14="http://schemas.microsoft.com/office/powerpoint/2010/main" val="30410841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 xmlns:a16="http://schemas.microsoft.com/office/drawing/2014/main" id="{90C99167-F0C8-4916-9869-ABE5AF71EB64}"/>
              </a:ext>
            </a:extLst>
          </p:cNvPr>
          <p:cNvSpPr>
            <a:spLocks noGrp="1"/>
          </p:cNvSpPr>
          <p:nvPr>
            <p:ph type="dt" sz="half" idx="10"/>
          </p:nvPr>
        </p:nvSpPr>
        <p:spPr/>
        <p:txBody>
          <a:bodyPr/>
          <a:lstStyle/>
          <a:p>
            <a:fld id="{D4666EE2-371E-42FB-8E6C-8978EFB61649}" type="datetime1">
              <a:rPr kumimoji="1" lang="ja-JP" altLang="en-US" smtClean="0"/>
              <a:t>2021/9/9</a:t>
            </a:fld>
            <a:endParaRPr kumimoji="1" lang="ja-JP" altLang="en-US"/>
          </a:p>
        </p:txBody>
      </p:sp>
      <p:sp>
        <p:nvSpPr>
          <p:cNvPr id="3" name="フッター プレースホルダー 2">
            <a:extLst>
              <a:ext uri="{FF2B5EF4-FFF2-40B4-BE49-F238E27FC236}">
                <a16:creationId xmlns="" xmlns:a16="http://schemas.microsoft.com/office/drawing/2014/main" id="{2AC432A4-E7E3-45F3-815F-67F061066D10}"/>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 xmlns:a16="http://schemas.microsoft.com/office/drawing/2014/main" id="{709F1B04-2629-47FB-B538-C968F0C5AF9E}"/>
              </a:ext>
            </a:extLst>
          </p:cNvPr>
          <p:cNvSpPr>
            <a:spLocks noGrp="1"/>
          </p:cNvSpPr>
          <p:nvPr>
            <p:ph type="sldNum" sz="quarter" idx="12"/>
          </p:nvPr>
        </p:nvSpPr>
        <p:spPr/>
        <p:txBody>
          <a:bodyPr/>
          <a:lstStyle/>
          <a:p>
            <a:fld id="{B5082A37-547C-4C2F-B61F-FF8420BEB5B6}" type="slidenum">
              <a:rPr kumimoji="1" lang="ja-JP" altLang="en-US" smtClean="0"/>
              <a:t>‹#›</a:t>
            </a:fld>
            <a:endParaRPr kumimoji="1" lang="ja-JP" altLang="en-US"/>
          </a:p>
        </p:txBody>
      </p:sp>
    </p:spTree>
    <p:extLst>
      <p:ext uri="{BB962C8B-B14F-4D97-AF65-F5344CB8AC3E}">
        <p14:creationId xmlns:p14="http://schemas.microsoft.com/office/powerpoint/2010/main" val="1053676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 xmlns:a16="http://schemas.microsoft.com/office/drawing/2014/main" id="{F113908D-543E-4678-98A0-59F36BDFDE1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 xmlns:a16="http://schemas.microsoft.com/office/drawing/2014/main" id="{A0231492-5E7E-415B-928C-E016A01EAA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 xmlns:a16="http://schemas.microsoft.com/office/drawing/2014/main" id="{00218AE9-4D5E-486A-BC06-6699A41A20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 xmlns:a16="http://schemas.microsoft.com/office/drawing/2014/main" id="{0B775317-ECBF-4DC1-9C5B-DB02DBE0AC10}"/>
              </a:ext>
            </a:extLst>
          </p:cNvPr>
          <p:cNvSpPr>
            <a:spLocks noGrp="1"/>
          </p:cNvSpPr>
          <p:nvPr>
            <p:ph type="dt" sz="half" idx="10"/>
          </p:nvPr>
        </p:nvSpPr>
        <p:spPr/>
        <p:txBody>
          <a:bodyPr/>
          <a:lstStyle/>
          <a:p>
            <a:fld id="{0EC9ED8D-F613-4C60-B585-D2AA2AB3BB55}" type="datetime1">
              <a:rPr kumimoji="1" lang="ja-JP" altLang="en-US" smtClean="0"/>
              <a:t>2021/9/9</a:t>
            </a:fld>
            <a:endParaRPr kumimoji="1" lang="ja-JP" altLang="en-US"/>
          </a:p>
        </p:txBody>
      </p:sp>
      <p:sp>
        <p:nvSpPr>
          <p:cNvPr id="6" name="フッター プレースホルダー 5">
            <a:extLst>
              <a:ext uri="{FF2B5EF4-FFF2-40B4-BE49-F238E27FC236}">
                <a16:creationId xmlns="" xmlns:a16="http://schemas.microsoft.com/office/drawing/2014/main" id="{025DD052-E08B-4CE4-B073-68FB7D4343B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 xmlns:a16="http://schemas.microsoft.com/office/drawing/2014/main" id="{8FD4ECBB-58A0-4BFF-A6F2-90659F3CE7FF}"/>
              </a:ext>
            </a:extLst>
          </p:cNvPr>
          <p:cNvSpPr>
            <a:spLocks noGrp="1"/>
          </p:cNvSpPr>
          <p:nvPr>
            <p:ph type="sldNum" sz="quarter" idx="12"/>
          </p:nvPr>
        </p:nvSpPr>
        <p:spPr/>
        <p:txBody>
          <a:bodyPr/>
          <a:lstStyle/>
          <a:p>
            <a:fld id="{B5082A37-547C-4C2F-B61F-FF8420BEB5B6}" type="slidenum">
              <a:rPr kumimoji="1" lang="ja-JP" altLang="en-US" smtClean="0"/>
              <a:t>‹#›</a:t>
            </a:fld>
            <a:endParaRPr kumimoji="1" lang="ja-JP" altLang="en-US"/>
          </a:p>
        </p:txBody>
      </p:sp>
    </p:spTree>
    <p:extLst>
      <p:ext uri="{BB962C8B-B14F-4D97-AF65-F5344CB8AC3E}">
        <p14:creationId xmlns:p14="http://schemas.microsoft.com/office/powerpoint/2010/main" val="3990678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 xmlns:a16="http://schemas.microsoft.com/office/drawing/2014/main" id="{BA1BCFD8-80FF-4DFD-850C-10EA195DD9C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 xmlns:a16="http://schemas.microsoft.com/office/drawing/2014/main" id="{1D3E1117-3D5D-4D10-924F-5CFA0736A6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 xmlns:a16="http://schemas.microsoft.com/office/drawing/2014/main" id="{B965E1C9-2479-4557-90A4-4A7A64017E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 xmlns:a16="http://schemas.microsoft.com/office/drawing/2014/main" id="{F6F529BF-E9C1-4B60-A261-EEA8C00FA1FB}"/>
              </a:ext>
            </a:extLst>
          </p:cNvPr>
          <p:cNvSpPr>
            <a:spLocks noGrp="1"/>
          </p:cNvSpPr>
          <p:nvPr>
            <p:ph type="dt" sz="half" idx="10"/>
          </p:nvPr>
        </p:nvSpPr>
        <p:spPr/>
        <p:txBody>
          <a:bodyPr/>
          <a:lstStyle/>
          <a:p>
            <a:fld id="{893CF36C-82D3-4DBA-9283-EA5150A9FFE7}" type="datetime1">
              <a:rPr kumimoji="1" lang="ja-JP" altLang="en-US" smtClean="0"/>
              <a:t>2021/9/9</a:t>
            </a:fld>
            <a:endParaRPr kumimoji="1" lang="ja-JP" altLang="en-US"/>
          </a:p>
        </p:txBody>
      </p:sp>
      <p:sp>
        <p:nvSpPr>
          <p:cNvPr id="6" name="フッター プレースホルダー 5">
            <a:extLst>
              <a:ext uri="{FF2B5EF4-FFF2-40B4-BE49-F238E27FC236}">
                <a16:creationId xmlns="" xmlns:a16="http://schemas.microsoft.com/office/drawing/2014/main" id="{4874CCF1-7320-495B-A207-6B6ABC40065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 xmlns:a16="http://schemas.microsoft.com/office/drawing/2014/main" id="{94B21784-F127-40E4-9D3B-6F32785C4602}"/>
              </a:ext>
            </a:extLst>
          </p:cNvPr>
          <p:cNvSpPr>
            <a:spLocks noGrp="1"/>
          </p:cNvSpPr>
          <p:nvPr>
            <p:ph type="sldNum" sz="quarter" idx="12"/>
          </p:nvPr>
        </p:nvSpPr>
        <p:spPr/>
        <p:txBody>
          <a:bodyPr/>
          <a:lstStyle/>
          <a:p>
            <a:fld id="{B5082A37-547C-4C2F-B61F-FF8420BEB5B6}" type="slidenum">
              <a:rPr kumimoji="1" lang="ja-JP" altLang="en-US" smtClean="0"/>
              <a:t>‹#›</a:t>
            </a:fld>
            <a:endParaRPr kumimoji="1" lang="ja-JP" altLang="en-US"/>
          </a:p>
        </p:txBody>
      </p:sp>
    </p:spTree>
    <p:extLst>
      <p:ext uri="{BB962C8B-B14F-4D97-AF65-F5344CB8AC3E}">
        <p14:creationId xmlns:p14="http://schemas.microsoft.com/office/powerpoint/2010/main" val="3111743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 xmlns:a16="http://schemas.microsoft.com/office/drawing/2014/main" id="{82ACA22B-EE7E-439D-8DA5-FA6BDF9DB0E9}"/>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 xmlns:a16="http://schemas.microsoft.com/office/drawing/2014/main" id="{547DD679-40D3-40BA-A18B-3807EAA14F84}"/>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 xmlns:a16="http://schemas.microsoft.com/office/drawing/2014/main" id="{0E32E0F7-7408-4997-B584-1DB7C39A8F8E}"/>
              </a:ext>
            </a:extLst>
          </p:cNvPr>
          <p:cNvSpPr>
            <a:spLocks noGrp="1"/>
          </p:cNvSpPr>
          <p:nvPr>
            <p:ph type="dt" sz="half" idx="10"/>
          </p:nvPr>
        </p:nvSpPr>
        <p:spPr/>
        <p:txBody>
          <a:bodyPr/>
          <a:lstStyle/>
          <a:p>
            <a:fld id="{7EE76263-5B42-4624-8BA9-8C423999949A}" type="datetime1">
              <a:rPr kumimoji="1" lang="ja-JP" altLang="en-US" smtClean="0"/>
              <a:t>2021/9/9</a:t>
            </a:fld>
            <a:endParaRPr kumimoji="1" lang="ja-JP" altLang="en-US"/>
          </a:p>
        </p:txBody>
      </p:sp>
      <p:sp>
        <p:nvSpPr>
          <p:cNvPr id="5" name="フッター プレースホルダー 4">
            <a:extLst>
              <a:ext uri="{FF2B5EF4-FFF2-40B4-BE49-F238E27FC236}">
                <a16:creationId xmlns="" xmlns:a16="http://schemas.microsoft.com/office/drawing/2014/main" id="{70466635-C855-4324-8620-E398D28B7FA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 xmlns:a16="http://schemas.microsoft.com/office/drawing/2014/main" id="{B6358981-B541-4BFE-AFF5-0AA5DDA78A27}"/>
              </a:ext>
            </a:extLst>
          </p:cNvPr>
          <p:cNvSpPr>
            <a:spLocks noGrp="1"/>
          </p:cNvSpPr>
          <p:nvPr>
            <p:ph type="sldNum" sz="quarter" idx="12"/>
          </p:nvPr>
        </p:nvSpPr>
        <p:spPr/>
        <p:txBody>
          <a:bodyPr/>
          <a:lstStyle/>
          <a:p>
            <a:fld id="{B5082A37-547C-4C2F-B61F-FF8420BEB5B6}" type="slidenum">
              <a:rPr kumimoji="1" lang="ja-JP" altLang="en-US" smtClean="0"/>
              <a:t>‹#›</a:t>
            </a:fld>
            <a:endParaRPr kumimoji="1" lang="ja-JP" altLang="en-US"/>
          </a:p>
        </p:txBody>
      </p:sp>
    </p:spTree>
    <p:extLst>
      <p:ext uri="{BB962C8B-B14F-4D97-AF65-F5344CB8AC3E}">
        <p14:creationId xmlns:p14="http://schemas.microsoft.com/office/powerpoint/2010/main" val="1251577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 xmlns:a16="http://schemas.microsoft.com/office/drawing/2014/main" id="{FB1683F2-60A5-4C08-8172-6964DF199FB8}"/>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 xmlns:a16="http://schemas.microsoft.com/office/drawing/2014/main" id="{EF46839F-F6EC-4345-9699-630A823DE8CA}"/>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 xmlns:a16="http://schemas.microsoft.com/office/drawing/2014/main" id="{E4278BEE-8A9D-4C70-99CD-3B1FE4F6A68D}"/>
              </a:ext>
            </a:extLst>
          </p:cNvPr>
          <p:cNvSpPr>
            <a:spLocks noGrp="1"/>
          </p:cNvSpPr>
          <p:nvPr>
            <p:ph type="dt" sz="half" idx="10"/>
          </p:nvPr>
        </p:nvSpPr>
        <p:spPr/>
        <p:txBody>
          <a:bodyPr/>
          <a:lstStyle/>
          <a:p>
            <a:fld id="{4D9EB37F-9FC1-4FCD-9FD1-0B63E886A70E}" type="datetime1">
              <a:rPr kumimoji="1" lang="ja-JP" altLang="en-US" smtClean="0"/>
              <a:t>2021/9/9</a:t>
            </a:fld>
            <a:endParaRPr kumimoji="1" lang="ja-JP" altLang="en-US"/>
          </a:p>
        </p:txBody>
      </p:sp>
      <p:sp>
        <p:nvSpPr>
          <p:cNvPr id="5" name="フッター プレースホルダー 4">
            <a:extLst>
              <a:ext uri="{FF2B5EF4-FFF2-40B4-BE49-F238E27FC236}">
                <a16:creationId xmlns="" xmlns:a16="http://schemas.microsoft.com/office/drawing/2014/main" id="{E3B73195-A92E-49F6-BB89-F7BE6465BB7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 xmlns:a16="http://schemas.microsoft.com/office/drawing/2014/main" id="{F1DCEA06-3919-4B73-B0F1-A625FB45B263}"/>
              </a:ext>
            </a:extLst>
          </p:cNvPr>
          <p:cNvSpPr>
            <a:spLocks noGrp="1"/>
          </p:cNvSpPr>
          <p:nvPr>
            <p:ph type="sldNum" sz="quarter" idx="12"/>
          </p:nvPr>
        </p:nvSpPr>
        <p:spPr/>
        <p:txBody>
          <a:bodyPr/>
          <a:lstStyle/>
          <a:p>
            <a:fld id="{B5082A37-547C-4C2F-B61F-FF8420BEB5B6}" type="slidenum">
              <a:rPr kumimoji="1" lang="ja-JP" altLang="en-US" smtClean="0"/>
              <a:t>‹#›</a:t>
            </a:fld>
            <a:endParaRPr kumimoji="1" lang="ja-JP" altLang="en-US"/>
          </a:p>
        </p:txBody>
      </p:sp>
    </p:spTree>
    <p:extLst>
      <p:ext uri="{BB962C8B-B14F-4D97-AF65-F5344CB8AC3E}">
        <p14:creationId xmlns:p14="http://schemas.microsoft.com/office/powerpoint/2010/main" val="18906100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 xmlns:a16="http://schemas.microsoft.com/office/drawing/2014/main" id="{57868A74-D13E-4022-8C74-888051B4FD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 xmlns:a16="http://schemas.microsoft.com/office/drawing/2014/main" id="{0E5F1F10-8A7C-46BF-AE94-4796DE6B2D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 xmlns:a16="http://schemas.microsoft.com/office/drawing/2014/main" id="{6B9515B4-A58C-4644-9830-ECBDCA85A6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52B4F6-648A-40CD-B7D1-CA2565E9E83D}" type="datetime1">
              <a:rPr kumimoji="1" lang="ja-JP" altLang="en-US" smtClean="0"/>
              <a:t>2021/9/9</a:t>
            </a:fld>
            <a:endParaRPr kumimoji="1" lang="ja-JP" altLang="en-US"/>
          </a:p>
        </p:txBody>
      </p:sp>
      <p:sp>
        <p:nvSpPr>
          <p:cNvPr id="5" name="フッター プレースホルダー 4">
            <a:extLst>
              <a:ext uri="{FF2B5EF4-FFF2-40B4-BE49-F238E27FC236}">
                <a16:creationId xmlns="" xmlns:a16="http://schemas.microsoft.com/office/drawing/2014/main" id="{F9CAF0A4-AA10-4204-9397-BE4864D213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 xmlns:a16="http://schemas.microsoft.com/office/drawing/2014/main" id="{5BC2986C-E917-49E0-8BC3-CA981574B9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082A37-547C-4C2F-B61F-FF8420BEB5B6}" type="slidenum">
              <a:rPr kumimoji="1" lang="ja-JP" altLang="en-US" smtClean="0"/>
              <a:t>‹#›</a:t>
            </a:fld>
            <a:endParaRPr kumimoji="1" lang="ja-JP" altLang="en-US"/>
          </a:p>
        </p:txBody>
      </p:sp>
    </p:spTree>
    <p:extLst>
      <p:ext uri="{BB962C8B-B14F-4D97-AF65-F5344CB8AC3E}">
        <p14:creationId xmlns:p14="http://schemas.microsoft.com/office/powerpoint/2010/main" val="70844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ieice.org/~cs-edit/magazine/ieice/spsec/Bplus23_sp.pdf"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hyperlink" Target="https://docs.google.com/spreadsheets/d/1u_lpTwHTU-qJFcciMoDX_9iWHi8eQB6qj6m2SFmnqXA/edit#gid=1812725165"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1122363"/>
            <a:ext cx="12192000" cy="2387600"/>
          </a:xfrm>
        </p:spPr>
        <p:txBody>
          <a:bodyPr anchor="ctr">
            <a:normAutofit/>
          </a:bodyPr>
          <a:lstStyle/>
          <a:p>
            <a:r>
              <a:rPr lang="ja-JP" altLang="en-US" sz="4800" dirty="0">
                <a:latin typeface="ＭＳ ゴシック" panose="020B0609070205080204" pitchFamily="49" charset="-128"/>
                <a:ea typeface="ＭＳ ゴシック" panose="020B0609070205080204" pitchFamily="49" charset="-128"/>
              </a:rPr>
              <a:t>横浜市アマチュア無線非常通信協力会</a:t>
            </a:r>
            <a:r>
              <a:rPr kumimoji="1" lang="en-US" altLang="ja-JP" sz="4800" dirty="0" smtClean="0">
                <a:latin typeface="ＭＳ ゴシック" panose="020B0609070205080204" pitchFamily="49" charset="-128"/>
                <a:ea typeface="ＭＳ ゴシック" panose="020B0609070205080204" pitchFamily="49" charset="-128"/>
              </a:rPr>
              <a:t/>
            </a:r>
            <a:br>
              <a:rPr kumimoji="1" lang="en-US" altLang="ja-JP" sz="4800" dirty="0" smtClean="0">
                <a:latin typeface="ＭＳ ゴシック" panose="020B0609070205080204" pitchFamily="49" charset="-128"/>
                <a:ea typeface="ＭＳ ゴシック" panose="020B0609070205080204" pitchFamily="49" charset="-128"/>
              </a:rPr>
            </a:br>
            <a:r>
              <a:rPr kumimoji="1" lang="ja-JP" altLang="en-US" sz="4800" dirty="0" smtClean="0">
                <a:latin typeface="ＭＳ ゴシック" panose="020B0609070205080204" pitchFamily="49" charset="-128"/>
                <a:ea typeface="ＭＳ ゴシック" panose="020B0609070205080204" pitchFamily="49" charset="-128"/>
              </a:rPr>
              <a:t>旭区支部</a:t>
            </a:r>
            <a:endParaRPr kumimoji="1" lang="ja-JP" altLang="en-US" sz="4800" dirty="0">
              <a:latin typeface="ＭＳ ゴシック" panose="020B0609070205080204" pitchFamily="49" charset="-128"/>
              <a:ea typeface="ＭＳ ゴシック" panose="020B0609070205080204" pitchFamily="49" charset="-128"/>
            </a:endParaRPr>
          </a:p>
        </p:txBody>
      </p:sp>
      <p:sp>
        <p:nvSpPr>
          <p:cNvPr id="3" name="サブタイトル 2"/>
          <p:cNvSpPr>
            <a:spLocks noGrp="1"/>
          </p:cNvSpPr>
          <p:nvPr>
            <p:ph type="subTitle" idx="1"/>
          </p:nvPr>
        </p:nvSpPr>
        <p:spPr/>
        <p:txBody>
          <a:bodyPr anchor="b"/>
          <a:lstStyle/>
          <a:p>
            <a:r>
              <a:rPr kumimoji="1" lang="en-US" altLang="ja-JP" dirty="0" smtClean="0">
                <a:latin typeface="ＭＳ ゴシック" panose="020B0609070205080204" pitchFamily="49" charset="-128"/>
                <a:ea typeface="ＭＳ ゴシック" panose="020B0609070205080204" pitchFamily="49" charset="-128"/>
              </a:rPr>
              <a:t>2021</a:t>
            </a:r>
            <a:r>
              <a:rPr kumimoji="1" lang="ja-JP" altLang="en-US" dirty="0" smtClean="0">
                <a:latin typeface="ＭＳ ゴシック" panose="020B0609070205080204" pitchFamily="49" charset="-128"/>
                <a:ea typeface="ＭＳ ゴシック" panose="020B0609070205080204" pitchFamily="49" charset="-128"/>
              </a:rPr>
              <a:t>年</a:t>
            </a:r>
            <a:r>
              <a:rPr kumimoji="1" lang="en-US" altLang="ja-JP" dirty="0" smtClean="0">
                <a:latin typeface="ＭＳ ゴシック" panose="020B0609070205080204" pitchFamily="49" charset="-128"/>
                <a:ea typeface="ＭＳ ゴシック" panose="020B0609070205080204" pitchFamily="49" charset="-128"/>
              </a:rPr>
              <a:t>9</a:t>
            </a:r>
            <a:r>
              <a:rPr kumimoji="1" lang="ja-JP" altLang="en-US" dirty="0" smtClean="0">
                <a:latin typeface="ＭＳ ゴシック" panose="020B0609070205080204" pitchFamily="49" charset="-128"/>
                <a:ea typeface="ＭＳ ゴシック" panose="020B0609070205080204" pitchFamily="49" charset="-128"/>
              </a:rPr>
              <a:t>月</a:t>
            </a:r>
            <a:r>
              <a:rPr kumimoji="1" lang="en-US" altLang="ja-JP" dirty="0" smtClean="0">
                <a:latin typeface="ＭＳ ゴシック" panose="020B0609070205080204" pitchFamily="49" charset="-128"/>
                <a:ea typeface="ＭＳ ゴシック" panose="020B0609070205080204" pitchFamily="49" charset="-128"/>
              </a:rPr>
              <a:t>11</a:t>
            </a:r>
            <a:r>
              <a:rPr kumimoji="1" lang="ja-JP" altLang="en-US" dirty="0" smtClean="0">
                <a:latin typeface="ＭＳ ゴシック" panose="020B0609070205080204" pitchFamily="49" charset="-128"/>
                <a:ea typeface="ＭＳ ゴシック" panose="020B0609070205080204" pitchFamily="49" charset="-128"/>
              </a:rPr>
              <a:t>日</a:t>
            </a:r>
            <a:endParaRPr kumimoji="1" lang="en-US" altLang="ja-JP" dirty="0" smtClean="0">
              <a:latin typeface="ＭＳ ゴシック" panose="020B0609070205080204" pitchFamily="49" charset="-128"/>
              <a:ea typeface="ＭＳ ゴシック" panose="020B0609070205080204" pitchFamily="49" charset="-128"/>
            </a:endParaRPr>
          </a:p>
          <a:p>
            <a:r>
              <a:rPr lang="ja-JP" altLang="en-US" dirty="0" smtClean="0">
                <a:latin typeface="ＭＳ ゴシック" panose="020B0609070205080204" pitchFamily="49" charset="-128"/>
                <a:ea typeface="ＭＳ ゴシック" panose="020B0609070205080204" pitchFamily="49" charset="-128"/>
              </a:rPr>
              <a:t>横浜市アマチュア無線非常通信協力会旭区支部</a:t>
            </a:r>
            <a:endParaRPr kumimoji="1" lang="ja-JP" altLang="en-US" dirty="0">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1100213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0" y="365125"/>
            <a:ext cx="12192000" cy="1325563"/>
          </a:xfrm>
        </p:spPr>
        <p:txBody>
          <a:bodyPr/>
          <a:lstStyle/>
          <a:p>
            <a:pPr algn="ctr"/>
            <a:r>
              <a:rPr kumimoji="1" lang="ja-JP" altLang="en-US" dirty="0" smtClean="0">
                <a:latin typeface="ＭＳ ゴシック" panose="020B0609070205080204" pitchFamily="49" charset="-128"/>
                <a:ea typeface="ＭＳ ゴシック" panose="020B0609070205080204" pitchFamily="49" charset="-128"/>
              </a:rPr>
              <a:t>横浜市アマチュア無線非常通信協力会</a:t>
            </a:r>
            <a:endParaRPr kumimoji="1" lang="ja-JP" altLang="en-US" dirty="0">
              <a:latin typeface="ＭＳ ゴシック" panose="020B0609070205080204" pitchFamily="49" charset="-128"/>
              <a:ea typeface="ＭＳ ゴシック" panose="020B0609070205080204" pitchFamily="49" charset="-128"/>
            </a:endParaRPr>
          </a:p>
        </p:txBody>
      </p:sp>
      <p:sp>
        <p:nvSpPr>
          <p:cNvPr id="3" name="コンテンツ プレースホルダー 2"/>
          <p:cNvSpPr>
            <a:spLocks noGrp="1"/>
          </p:cNvSpPr>
          <p:nvPr>
            <p:ph idx="1"/>
          </p:nvPr>
        </p:nvSpPr>
        <p:spPr/>
        <p:txBody>
          <a:bodyPr>
            <a:normAutofit/>
          </a:bodyPr>
          <a:lstStyle/>
          <a:p>
            <a:r>
              <a:rPr kumimoji="1" lang="ja-JP" altLang="en-US" dirty="0" smtClean="0"/>
              <a:t>横浜市アマチュア無線非常通信協力会は、行政と連携して充実した活動を行っている事例であり、全国的にも指導的な立場にある。</a:t>
            </a:r>
            <a:endParaRPr kumimoji="1" lang="en-US" altLang="ja-JP" dirty="0" smtClean="0"/>
          </a:p>
          <a:p>
            <a:r>
              <a:rPr kumimoji="1" lang="ja-JP" altLang="en-US" dirty="0" smtClean="0"/>
              <a:t>横浜市アマチュア無線非常通信協力会の歴史は古く、</a:t>
            </a:r>
            <a:r>
              <a:rPr kumimoji="1" lang="en-US" altLang="ja-JP" dirty="0" smtClean="0"/>
              <a:t>1971</a:t>
            </a:r>
            <a:r>
              <a:rPr kumimoji="1" lang="ja-JP" altLang="en-US" dirty="0" smtClean="0"/>
              <a:t>年</a:t>
            </a:r>
            <a:r>
              <a:rPr kumimoji="1" lang="en-US" altLang="ja-JP" dirty="0" smtClean="0"/>
              <a:t>4</a:t>
            </a:r>
            <a:r>
              <a:rPr kumimoji="1" lang="ja-JP" altLang="en-US" dirty="0" smtClean="0"/>
              <a:t>月に当時の飛鳥田横浜市長から</a:t>
            </a:r>
            <a:r>
              <a:rPr kumimoji="1" lang="en-US" altLang="ja-JP" dirty="0" smtClean="0"/>
              <a:t>JARL</a:t>
            </a:r>
            <a:r>
              <a:rPr kumimoji="1" lang="ja-JP" altLang="en-US" dirty="0" smtClean="0"/>
              <a:t>横浜クラブの会長宛になされた「災害時における協力依頼」が端緒とのことである。</a:t>
            </a:r>
            <a:endParaRPr kumimoji="1" lang="en-US" altLang="ja-JP" dirty="0" smtClean="0"/>
          </a:p>
          <a:p>
            <a:r>
              <a:rPr kumimoji="1" lang="ja-JP" altLang="en-US" dirty="0" smtClean="0"/>
              <a:t>これは、前年にロサンゼルスで発生した大地震を調査した横浜市職員からの、現地でのアマチュア無線家</a:t>
            </a:r>
            <a:r>
              <a:rPr kumimoji="1" lang="ja-JP" altLang="en-US" smtClean="0"/>
              <a:t>による非常通信</a:t>
            </a:r>
            <a:r>
              <a:rPr kumimoji="1" lang="ja-JP" altLang="en-US" dirty="0" smtClean="0"/>
              <a:t>が非常に有効であったとの報告によるものだそうだ。</a:t>
            </a:r>
            <a:endParaRPr kumimoji="1" lang="ja-JP" altLang="en-US" dirty="0"/>
          </a:p>
        </p:txBody>
      </p:sp>
      <p:sp>
        <p:nvSpPr>
          <p:cNvPr id="4" name="テキスト ボックス 3"/>
          <p:cNvSpPr txBox="1"/>
          <p:nvPr/>
        </p:nvSpPr>
        <p:spPr>
          <a:xfrm>
            <a:off x="5056555" y="1297354"/>
            <a:ext cx="6119446" cy="253916"/>
          </a:xfrm>
          <a:prstGeom prst="rect">
            <a:avLst/>
          </a:prstGeom>
          <a:noFill/>
        </p:spPr>
        <p:txBody>
          <a:bodyPr wrap="square" rtlCol="0">
            <a:spAutoFit/>
          </a:bodyPr>
          <a:lstStyle/>
          <a:p>
            <a:r>
              <a:rPr lang="ja-JP" altLang="en-US" sz="1050" dirty="0" smtClean="0"/>
              <a:t>（電子情報通信学会　</a:t>
            </a:r>
            <a:r>
              <a:rPr lang="en-US" altLang="ja-JP" sz="1050" dirty="0" smtClean="0">
                <a:hlinkClick r:id="rId2"/>
              </a:rPr>
              <a:t>https</a:t>
            </a:r>
            <a:r>
              <a:rPr lang="en-US" altLang="ja-JP" sz="1050" dirty="0">
                <a:hlinkClick r:id="rId2"/>
              </a:rPr>
              <a:t>://www.ieice.org/~</a:t>
            </a:r>
            <a:r>
              <a:rPr lang="en-US" altLang="ja-JP" sz="1050" dirty="0" smtClean="0">
                <a:hlinkClick r:id="rId2"/>
              </a:rPr>
              <a:t>cs-edit/magazine/ieice/spsec/Bplus23_sp.pdf</a:t>
            </a:r>
            <a:r>
              <a:rPr lang="ja-JP" altLang="en-US" sz="1050" dirty="0" smtClean="0"/>
              <a:t>）</a:t>
            </a:r>
            <a:endParaRPr kumimoji="1" lang="ja-JP" altLang="en-US" sz="1050" dirty="0"/>
          </a:p>
        </p:txBody>
      </p:sp>
      <p:sp>
        <p:nvSpPr>
          <p:cNvPr id="5" name="スライド番号プレースホルダー 4"/>
          <p:cNvSpPr>
            <a:spLocks noGrp="1"/>
          </p:cNvSpPr>
          <p:nvPr>
            <p:ph type="sldNum" sz="quarter" idx="12"/>
          </p:nvPr>
        </p:nvSpPr>
        <p:spPr/>
        <p:txBody>
          <a:bodyPr/>
          <a:lstStyle/>
          <a:p>
            <a:fld id="{B5082A37-547C-4C2F-B61F-FF8420BEB5B6}" type="slidenum">
              <a:rPr kumimoji="1" lang="ja-JP" altLang="en-US" smtClean="0"/>
              <a:t>2</a:t>
            </a:fld>
            <a:endParaRPr kumimoji="1" lang="ja-JP" altLang="en-US"/>
          </a:p>
        </p:txBody>
      </p:sp>
    </p:spTree>
    <p:extLst>
      <p:ext uri="{BB962C8B-B14F-4D97-AF65-F5344CB8AC3E}">
        <p14:creationId xmlns:p14="http://schemas.microsoft.com/office/powerpoint/2010/main" val="7988991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 xmlns:a16="http://schemas.microsoft.com/office/drawing/2014/main" id="{96A5AF90-62F3-4BD5-80B4-EA6C162D767A}"/>
              </a:ext>
            </a:extLst>
          </p:cNvPr>
          <p:cNvSpPr>
            <a:spLocks noGrp="1"/>
          </p:cNvSpPr>
          <p:nvPr>
            <p:ph type="title"/>
          </p:nvPr>
        </p:nvSpPr>
        <p:spPr>
          <a:xfrm>
            <a:off x="0" y="365125"/>
            <a:ext cx="12192000" cy="538982"/>
          </a:xfrm>
        </p:spPr>
        <p:txBody>
          <a:bodyPr>
            <a:noAutofit/>
          </a:bodyPr>
          <a:lstStyle/>
          <a:p>
            <a:pPr algn="ctr"/>
            <a:r>
              <a:rPr lang="ja-JP" altLang="en-US" dirty="0">
                <a:latin typeface="ＭＳ ゴシック" panose="020B0609070205080204" pitchFamily="49" charset="-128"/>
                <a:ea typeface="ＭＳ ゴシック" panose="020B0609070205080204" pitchFamily="49" charset="-128"/>
              </a:rPr>
              <a:t>横浜市アマチュア無線非常通信協力会旭区支部</a:t>
            </a:r>
          </a:p>
        </p:txBody>
      </p:sp>
      <p:sp>
        <p:nvSpPr>
          <p:cNvPr id="4" name="コンテンツ プレースホルダー 2">
            <a:extLst>
              <a:ext uri="{FF2B5EF4-FFF2-40B4-BE49-F238E27FC236}">
                <a16:creationId xmlns="" xmlns:a16="http://schemas.microsoft.com/office/drawing/2014/main" id="{CB31866D-1621-4EC2-93B5-CF4C2AA3AE0C}"/>
              </a:ext>
            </a:extLst>
          </p:cNvPr>
          <p:cNvSpPr txBox="1">
            <a:spLocks/>
          </p:cNvSpPr>
          <p:nvPr/>
        </p:nvSpPr>
        <p:spPr>
          <a:xfrm>
            <a:off x="469492" y="1174238"/>
            <a:ext cx="11449663" cy="489211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000" dirty="0" smtClean="0">
                <a:latin typeface="Meiryo UI"/>
                <a:ea typeface="Meiryo UI"/>
              </a:rPr>
              <a:t>旭区</a:t>
            </a:r>
            <a:r>
              <a:rPr lang="ja-JP" altLang="en-US" sz="2000" dirty="0">
                <a:latin typeface="Meiryo UI"/>
                <a:ea typeface="Meiryo UI"/>
              </a:rPr>
              <a:t>に在住しアマチュア無線の資格を持つメンバーで構成される</a:t>
            </a:r>
            <a:r>
              <a:rPr lang="ja-JP" altLang="en-US" sz="2000" dirty="0" smtClean="0">
                <a:latin typeface="Meiryo UI"/>
                <a:ea typeface="Meiryo UI"/>
              </a:rPr>
              <a:t>ボランティアグループ</a:t>
            </a:r>
            <a:endParaRPr lang="ja-JP" altLang="en-US" sz="2000" dirty="0">
              <a:latin typeface="Meiryo UI"/>
              <a:ea typeface="Meiryo UI"/>
            </a:endParaRPr>
          </a:p>
          <a:p>
            <a:r>
              <a:rPr lang="ja-JP" altLang="en-US" sz="2000" dirty="0" smtClean="0">
                <a:latin typeface="Meiryo UI"/>
                <a:ea typeface="Meiryo UI"/>
              </a:rPr>
              <a:t>旭区</a:t>
            </a:r>
            <a:r>
              <a:rPr lang="ja-JP" altLang="en-US" sz="2000" dirty="0">
                <a:latin typeface="Meiryo UI"/>
                <a:ea typeface="Meiryo UI"/>
              </a:rPr>
              <a:t>との間で締結されている「旭区災害非常無線通信網の運営に関する協定」に基づいて</a:t>
            </a:r>
            <a:r>
              <a:rPr lang="ja-JP" altLang="en-US" sz="2000" dirty="0" smtClean="0">
                <a:latin typeface="Meiryo UI"/>
                <a:ea typeface="Meiryo UI"/>
              </a:rPr>
              <a:t>活動</a:t>
            </a:r>
            <a:endParaRPr lang="ja-JP" altLang="en-US" sz="2000" dirty="0">
              <a:latin typeface="Meiryo UI"/>
              <a:ea typeface="Meiryo UI"/>
            </a:endParaRPr>
          </a:p>
          <a:p>
            <a:r>
              <a:rPr lang="ja-JP" altLang="en-US" sz="2000" dirty="0">
                <a:latin typeface="Meiryo UI"/>
                <a:ea typeface="Meiryo UI"/>
              </a:rPr>
              <a:t>会員数：126名　（2021年4月時点）</a:t>
            </a:r>
            <a:endParaRPr lang="ja-JP" dirty="0"/>
          </a:p>
          <a:p>
            <a:r>
              <a:rPr lang="ja-JP" altLang="en-US" sz="2000" dirty="0">
                <a:latin typeface="Meiryo UI"/>
                <a:ea typeface="Meiryo UI"/>
              </a:rPr>
              <a:t>支部長：伊藤</a:t>
            </a:r>
            <a:r>
              <a:rPr lang="ja-JP" altLang="en-US" sz="2000" dirty="0" smtClean="0">
                <a:latin typeface="Meiryo UI"/>
                <a:ea typeface="Meiryo UI"/>
              </a:rPr>
              <a:t>弘之（コールサイン</a:t>
            </a:r>
            <a:r>
              <a:rPr lang="ja-JP" altLang="en-US" sz="2000" dirty="0">
                <a:latin typeface="Meiryo UI"/>
                <a:ea typeface="Meiryo UI"/>
              </a:rPr>
              <a:t>  </a:t>
            </a:r>
            <a:r>
              <a:rPr lang="ja-JP" altLang="en-US" sz="2000" dirty="0" smtClean="0">
                <a:latin typeface="Meiryo UI"/>
                <a:ea typeface="Meiryo UI"/>
              </a:rPr>
              <a:t>JI1BPH）</a:t>
            </a:r>
            <a:endParaRPr lang="ja-JP" altLang="en-US" sz="2000" dirty="0">
              <a:latin typeface="Meiryo UI"/>
              <a:ea typeface="Meiryo UI"/>
            </a:endParaRPr>
          </a:p>
          <a:p>
            <a:endParaRPr lang="ja-JP" sz="2200" dirty="0">
              <a:latin typeface="Meiryo UI"/>
              <a:ea typeface="Meiryo UI"/>
              <a:cs typeface="+mn-lt"/>
            </a:endParaRPr>
          </a:p>
          <a:p>
            <a:endParaRPr lang="ja-JP" altLang="en-US" sz="1800" dirty="0">
              <a:latin typeface="Meiryo UI"/>
              <a:ea typeface="Meiryo UI"/>
            </a:endParaRPr>
          </a:p>
        </p:txBody>
      </p:sp>
      <p:pic>
        <p:nvPicPr>
          <p:cNvPr id="3" name="図 5">
            <a:extLst>
              <a:ext uri="{FF2B5EF4-FFF2-40B4-BE49-F238E27FC236}">
                <a16:creationId xmlns="" xmlns:a16="http://schemas.microsoft.com/office/drawing/2014/main" id="{0A107458-CB00-452E-85D6-B0A83DE9F955}"/>
              </a:ext>
            </a:extLst>
          </p:cNvPr>
          <p:cNvPicPr>
            <a:picLocks noChangeAspect="1"/>
          </p:cNvPicPr>
          <p:nvPr/>
        </p:nvPicPr>
        <p:blipFill>
          <a:blip r:embed="rId2"/>
          <a:stretch>
            <a:fillRect/>
          </a:stretch>
        </p:blipFill>
        <p:spPr>
          <a:xfrm>
            <a:off x="877882" y="3014354"/>
            <a:ext cx="3799554" cy="2844903"/>
          </a:xfrm>
          <a:prstGeom prst="rect">
            <a:avLst/>
          </a:prstGeom>
        </p:spPr>
      </p:pic>
      <p:pic>
        <p:nvPicPr>
          <p:cNvPr id="8" name="図 9" descr="タイムライン&#10;&#10;説明は自動で生成されたものです">
            <a:extLst>
              <a:ext uri="{FF2B5EF4-FFF2-40B4-BE49-F238E27FC236}">
                <a16:creationId xmlns="" xmlns:a16="http://schemas.microsoft.com/office/drawing/2014/main" id="{DD2B6263-4B12-4106-B465-AFEC30CAAD23}"/>
              </a:ext>
            </a:extLst>
          </p:cNvPr>
          <p:cNvPicPr>
            <a:picLocks noChangeAspect="1"/>
          </p:cNvPicPr>
          <p:nvPr/>
        </p:nvPicPr>
        <p:blipFill>
          <a:blip r:embed="rId3"/>
          <a:stretch>
            <a:fillRect/>
          </a:stretch>
        </p:blipFill>
        <p:spPr>
          <a:xfrm>
            <a:off x="5431583" y="1964179"/>
            <a:ext cx="6405714" cy="4479428"/>
          </a:xfrm>
          <a:prstGeom prst="rect">
            <a:avLst/>
          </a:prstGeom>
        </p:spPr>
      </p:pic>
      <p:sp>
        <p:nvSpPr>
          <p:cNvPr id="16" name="コンテンツ プレースホルダー 2">
            <a:extLst>
              <a:ext uri="{FF2B5EF4-FFF2-40B4-BE49-F238E27FC236}">
                <a16:creationId xmlns="" xmlns:a16="http://schemas.microsoft.com/office/drawing/2014/main" id="{5878F6B8-C762-4D71-97DE-EEA5B8D6C33A}"/>
              </a:ext>
            </a:extLst>
          </p:cNvPr>
          <p:cNvSpPr txBox="1">
            <a:spLocks/>
          </p:cNvSpPr>
          <p:nvPr/>
        </p:nvSpPr>
        <p:spPr>
          <a:xfrm>
            <a:off x="10592310" y="2422424"/>
            <a:ext cx="1285568" cy="246372"/>
          </a:xfrm>
          <a:prstGeom prst="rect">
            <a:avLst/>
          </a:prstGeom>
          <a:solidFill>
            <a:schemeClr val="bg1"/>
          </a:solidFill>
        </p:spPr>
        <p:txBody>
          <a:bodyPr vert="horz" lIns="91440" tIns="45720" rIns="91440" bIns="45720" rtlCol="0"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200" dirty="0">
                <a:latin typeface="Meiryo UI"/>
                <a:ea typeface="Meiryo UI"/>
              </a:rPr>
              <a:t>2021年4月現在</a:t>
            </a:r>
          </a:p>
        </p:txBody>
      </p:sp>
      <p:sp>
        <p:nvSpPr>
          <p:cNvPr id="5" name="スライド番号プレースホルダー 4"/>
          <p:cNvSpPr>
            <a:spLocks noGrp="1"/>
          </p:cNvSpPr>
          <p:nvPr>
            <p:ph type="sldNum" sz="quarter" idx="12"/>
          </p:nvPr>
        </p:nvSpPr>
        <p:spPr/>
        <p:txBody>
          <a:bodyPr/>
          <a:lstStyle/>
          <a:p>
            <a:fld id="{B5082A37-547C-4C2F-B61F-FF8420BEB5B6}" type="slidenum">
              <a:rPr kumimoji="1" lang="ja-JP" altLang="en-US" smtClean="0"/>
              <a:t>3</a:t>
            </a:fld>
            <a:endParaRPr kumimoji="1" lang="ja-JP" altLang="en-US"/>
          </a:p>
        </p:txBody>
      </p:sp>
    </p:spTree>
    <p:extLst>
      <p:ext uri="{BB962C8B-B14F-4D97-AF65-F5344CB8AC3E}">
        <p14:creationId xmlns:p14="http://schemas.microsoft.com/office/powerpoint/2010/main" val="2998594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latin typeface="ＭＳ ゴシック" panose="020B0609070205080204" pitchFamily="49" charset="-128"/>
                <a:ea typeface="ＭＳ ゴシック" panose="020B0609070205080204" pitchFamily="49" charset="-128"/>
              </a:rPr>
              <a:t>「旭区防災計画　震災対策編　</a:t>
            </a:r>
            <a:r>
              <a:rPr kumimoji="1" lang="en-US" altLang="ja-JP" dirty="0" smtClean="0">
                <a:latin typeface="ＭＳ ゴシック" panose="020B0609070205080204" pitchFamily="49" charset="-128"/>
                <a:ea typeface="ＭＳ ゴシック" panose="020B0609070205080204" pitchFamily="49" charset="-128"/>
              </a:rPr>
              <a:t>2018</a:t>
            </a:r>
            <a:r>
              <a:rPr kumimoji="1" lang="ja-JP" altLang="en-US" dirty="0" smtClean="0">
                <a:latin typeface="ＭＳ ゴシック" panose="020B0609070205080204" pitchFamily="49" charset="-128"/>
                <a:ea typeface="ＭＳ ゴシック" panose="020B0609070205080204" pitchFamily="49" charset="-128"/>
              </a:rPr>
              <a:t>」</a:t>
            </a:r>
            <a:endParaRPr kumimoji="1" lang="ja-JP" altLang="en-US" dirty="0">
              <a:latin typeface="ＭＳ ゴシック" panose="020B0609070205080204" pitchFamily="49" charset="-128"/>
              <a:ea typeface="ＭＳ ゴシック" panose="020B0609070205080204" pitchFamily="49" charset="-128"/>
            </a:endParaRPr>
          </a:p>
        </p:txBody>
      </p:sp>
      <p:sp>
        <p:nvSpPr>
          <p:cNvPr id="3" name="コンテンツ プレースホルダー 2"/>
          <p:cNvSpPr>
            <a:spLocks noGrp="1"/>
          </p:cNvSpPr>
          <p:nvPr>
            <p:ph idx="1"/>
          </p:nvPr>
        </p:nvSpPr>
        <p:spPr>
          <a:xfrm>
            <a:off x="838200" y="1825625"/>
            <a:ext cx="10997242" cy="4351338"/>
          </a:xfrm>
        </p:spPr>
        <p:txBody>
          <a:bodyPr>
            <a:normAutofit fontScale="92500" lnSpcReduction="10000"/>
          </a:bodyPr>
          <a:lstStyle/>
          <a:p>
            <a:r>
              <a:rPr kumimoji="1" lang="ja-JP" altLang="en-US" dirty="0" smtClean="0">
                <a:latin typeface="+mn-ea"/>
              </a:rPr>
              <a:t>複数の手段を活用した情報伝達体制の整備（第</a:t>
            </a:r>
            <a:r>
              <a:rPr kumimoji="1" lang="en-US" altLang="ja-JP" dirty="0" smtClean="0">
                <a:latin typeface="+mn-ea"/>
              </a:rPr>
              <a:t>2</a:t>
            </a:r>
            <a:r>
              <a:rPr kumimoji="1" lang="ja-JP" altLang="en-US" dirty="0" smtClean="0">
                <a:latin typeface="+mn-ea"/>
              </a:rPr>
              <a:t>部第</a:t>
            </a:r>
            <a:r>
              <a:rPr kumimoji="1" lang="en-US" altLang="ja-JP" dirty="0" smtClean="0">
                <a:latin typeface="+mn-ea"/>
              </a:rPr>
              <a:t>1</a:t>
            </a:r>
            <a:r>
              <a:rPr kumimoji="1" lang="ja-JP" altLang="en-US" dirty="0" smtClean="0">
                <a:latin typeface="+mn-ea"/>
              </a:rPr>
              <a:t>章第</a:t>
            </a:r>
            <a:r>
              <a:rPr kumimoji="1" lang="en-US" altLang="ja-JP" dirty="0" smtClean="0">
                <a:latin typeface="+mn-ea"/>
              </a:rPr>
              <a:t>1</a:t>
            </a:r>
            <a:r>
              <a:rPr kumimoji="1" lang="ja-JP" altLang="en-US" dirty="0" smtClean="0">
                <a:latin typeface="+mn-ea"/>
              </a:rPr>
              <a:t>節６）</a:t>
            </a:r>
            <a:endParaRPr kumimoji="1" lang="en-US" altLang="ja-JP" dirty="0" smtClean="0">
              <a:latin typeface="+mn-ea"/>
            </a:endParaRPr>
          </a:p>
          <a:p>
            <a:pPr lvl="1"/>
            <a:r>
              <a:rPr kumimoji="1" lang="ja-JP" altLang="en-US" dirty="0" smtClean="0">
                <a:latin typeface="+mn-ea"/>
              </a:rPr>
              <a:t>災害発生時には、上記のほか、一般固定電話に優先して通信できる災害時有線電話、衛星携帯電話、アマチュア無線、デジタル簡易無線、特定小電力トランシーバなど、あらゆる情報伝達手段を活用します。</a:t>
            </a:r>
            <a:endParaRPr kumimoji="1" lang="en-US" altLang="ja-JP" dirty="0" smtClean="0">
              <a:latin typeface="+mn-ea"/>
            </a:endParaRPr>
          </a:p>
          <a:p>
            <a:pPr lvl="1"/>
            <a:r>
              <a:rPr lang="ja-JP" altLang="en-US" dirty="0">
                <a:latin typeface="+mn-ea"/>
              </a:rPr>
              <a:t>また</a:t>
            </a:r>
            <a:r>
              <a:rPr lang="ja-JP" altLang="en-US" dirty="0" smtClean="0">
                <a:latin typeface="+mn-ea"/>
              </a:rPr>
              <a:t>、地域防災拠点における避難者の安否確認等に活用する手段として、特設公衆電話線を整備しています。</a:t>
            </a:r>
            <a:endParaRPr lang="en-US" altLang="ja-JP" dirty="0" smtClean="0">
              <a:latin typeface="+mn-ea"/>
            </a:endParaRPr>
          </a:p>
          <a:p>
            <a:r>
              <a:rPr kumimoji="1" lang="ja-JP" altLang="en-US" dirty="0">
                <a:latin typeface="+mn-ea"/>
              </a:rPr>
              <a:t>アマチュア</a:t>
            </a:r>
            <a:r>
              <a:rPr kumimoji="1" lang="ja-JP" altLang="en-US" dirty="0" smtClean="0">
                <a:latin typeface="+mn-ea"/>
              </a:rPr>
              <a:t>無線非常通信協力会との連携（第</a:t>
            </a:r>
            <a:r>
              <a:rPr kumimoji="1" lang="en-US" altLang="ja-JP" dirty="0" smtClean="0">
                <a:latin typeface="+mn-ea"/>
              </a:rPr>
              <a:t>2</a:t>
            </a:r>
            <a:r>
              <a:rPr kumimoji="1" lang="ja-JP" altLang="en-US" dirty="0" smtClean="0">
                <a:latin typeface="+mn-ea"/>
              </a:rPr>
              <a:t>部第</a:t>
            </a:r>
            <a:r>
              <a:rPr kumimoji="1" lang="en-US" altLang="ja-JP" dirty="0" smtClean="0">
                <a:latin typeface="+mn-ea"/>
              </a:rPr>
              <a:t>4</a:t>
            </a:r>
            <a:r>
              <a:rPr kumimoji="1" lang="ja-JP" altLang="en-US" dirty="0" smtClean="0">
                <a:latin typeface="+mn-ea"/>
              </a:rPr>
              <a:t>章第</a:t>
            </a:r>
            <a:r>
              <a:rPr kumimoji="1" lang="en-US" altLang="ja-JP" dirty="0" smtClean="0">
                <a:latin typeface="+mn-ea"/>
              </a:rPr>
              <a:t>6</a:t>
            </a:r>
            <a:r>
              <a:rPr kumimoji="1" lang="ja-JP" altLang="en-US" dirty="0" smtClean="0">
                <a:latin typeface="+mn-ea"/>
              </a:rPr>
              <a:t>節）</a:t>
            </a:r>
            <a:endParaRPr kumimoji="1" lang="en-US" altLang="ja-JP" dirty="0" smtClean="0">
              <a:latin typeface="+mn-ea"/>
            </a:endParaRPr>
          </a:p>
          <a:p>
            <a:pPr lvl="1"/>
            <a:r>
              <a:rPr kumimoji="1" lang="ja-JP" altLang="en-US" dirty="0" smtClean="0">
                <a:latin typeface="+mn-ea"/>
              </a:rPr>
              <a:t>発災時には、区内の被害情報等の収集や、地域防災拠点との情報伝達の支援のため、区本部から「アマチュア無線非常通信協力会旭区支部」に協力要請を行います。</a:t>
            </a:r>
            <a:endParaRPr kumimoji="1" lang="en-US" altLang="ja-JP" dirty="0" smtClean="0">
              <a:latin typeface="+mn-ea"/>
            </a:endParaRPr>
          </a:p>
          <a:p>
            <a:pPr lvl="1"/>
            <a:r>
              <a:rPr lang="ja-JP" altLang="en-US" dirty="0">
                <a:latin typeface="+mn-ea"/>
              </a:rPr>
              <a:t>この</a:t>
            </a:r>
            <a:r>
              <a:rPr lang="ja-JP" altLang="en-US" dirty="0" smtClean="0">
                <a:latin typeface="+mn-ea"/>
              </a:rPr>
              <a:t>ため、日ごろから地域防災拠点訓練等においてアマチュア無線を活用した通信訓練等を通して、「同支部と地域防災拠点及び区本部との連携・協力の体制づくりを推進します。</a:t>
            </a:r>
            <a:endParaRPr kumimoji="1" lang="ja-JP" altLang="en-US" dirty="0">
              <a:latin typeface="+mn-ea"/>
            </a:endParaRPr>
          </a:p>
        </p:txBody>
      </p:sp>
      <p:sp>
        <p:nvSpPr>
          <p:cNvPr id="4" name="テキスト ボックス 3"/>
          <p:cNvSpPr txBox="1"/>
          <p:nvPr/>
        </p:nvSpPr>
        <p:spPr>
          <a:xfrm>
            <a:off x="8798944" y="1377283"/>
            <a:ext cx="3571336" cy="253916"/>
          </a:xfrm>
          <a:prstGeom prst="rect">
            <a:avLst/>
          </a:prstGeom>
          <a:noFill/>
        </p:spPr>
        <p:txBody>
          <a:bodyPr wrap="square" rtlCol="0">
            <a:spAutoFit/>
          </a:bodyPr>
          <a:lstStyle/>
          <a:p>
            <a:r>
              <a:rPr kumimoji="1" lang="ja-JP" altLang="en-US" sz="1050" dirty="0" smtClean="0"/>
              <a:t>（横浜市旭区平成</a:t>
            </a:r>
            <a:r>
              <a:rPr kumimoji="1" lang="en-US" altLang="ja-JP" sz="1050" dirty="0" smtClean="0"/>
              <a:t>31</a:t>
            </a:r>
            <a:r>
              <a:rPr kumimoji="1" lang="ja-JP" altLang="en-US" sz="1050" dirty="0" smtClean="0"/>
              <a:t>年</a:t>
            </a:r>
            <a:r>
              <a:rPr kumimoji="1" lang="en-US" altLang="ja-JP" sz="1050" dirty="0" smtClean="0"/>
              <a:t>3</a:t>
            </a:r>
            <a:r>
              <a:rPr kumimoji="1" lang="ja-JP" altLang="en-US" sz="1050" dirty="0" smtClean="0"/>
              <a:t>月改訂）</a:t>
            </a:r>
            <a:endParaRPr kumimoji="1" lang="ja-JP" altLang="en-US" sz="1050" dirty="0"/>
          </a:p>
        </p:txBody>
      </p:sp>
      <p:sp>
        <p:nvSpPr>
          <p:cNvPr id="5" name="スライド番号プレースホルダー 4"/>
          <p:cNvSpPr>
            <a:spLocks noGrp="1"/>
          </p:cNvSpPr>
          <p:nvPr>
            <p:ph type="sldNum" sz="quarter" idx="12"/>
          </p:nvPr>
        </p:nvSpPr>
        <p:spPr/>
        <p:txBody>
          <a:bodyPr/>
          <a:lstStyle/>
          <a:p>
            <a:fld id="{B5082A37-547C-4C2F-B61F-FF8420BEB5B6}" type="slidenum">
              <a:rPr kumimoji="1" lang="ja-JP" altLang="en-US" smtClean="0"/>
              <a:t>4</a:t>
            </a:fld>
            <a:endParaRPr kumimoji="1" lang="ja-JP" altLang="en-US"/>
          </a:p>
        </p:txBody>
      </p:sp>
    </p:spTree>
    <p:extLst>
      <p:ext uri="{BB962C8B-B14F-4D97-AF65-F5344CB8AC3E}">
        <p14:creationId xmlns:p14="http://schemas.microsoft.com/office/powerpoint/2010/main" val="1171573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4" descr="タイムライン&#10;&#10;説明は自動で生成されたものです">
            <a:extLst>
              <a:ext uri="{FF2B5EF4-FFF2-40B4-BE49-F238E27FC236}">
                <a16:creationId xmlns="" xmlns:a16="http://schemas.microsoft.com/office/drawing/2014/main" id="{3999626B-E87E-4428-AA5C-7D113BEE171E}"/>
              </a:ext>
            </a:extLst>
          </p:cNvPr>
          <p:cNvPicPr>
            <a:picLocks noChangeAspect="1"/>
          </p:cNvPicPr>
          <p:nvPr/>
        </p:nvPicPr>
        <p:blipFill>
          <a:blip r:embed="rId2"/>
          <a:stretch>
            <a:fillRect/>
          </a:stretch>
        </p:blipFill>
        <p:spPr>
          <a:xfrm>
            <a:off x="2289359" y="904107"/>
            <a:ext cx="6368845" cy="5671714"/>
          </a:xfrm>
          <a:prstGeom prst="rect">
            <a:avLst/>
          </a:prstGeom>
        </p:spPr>
      </p:pic>
      <p:sp>
        <p:nvSpPr>
          <p:cNvPr id="2" name="タイトル 1">
            <a:extLst>
              <a:ext uri="{FF2B5EF4-FFF2-40B4-BE49-F238E27FC236}">
                <a16:creationId xmlns="" xmlns:a16="http://schemas.microsoft.com/office/drawing/2014/main" id="{96A5AF90-62F3-4BD5-80B4-EA6C162D767A}"/>
              </a:ext>
            </a:extLst>
          </p:cNvPr>
          <p:cNvSpPr>
            <a:spLocks noGrp="1"/>
          </p:cNvSpPr>
          <p:nvPr>
            <p:ph type="title"/>
          </p:nvPr>
        </p:nvSpPr>
        <p:spPr>
          <a:xfrm>
            <a:off x="0" y="365125"/>
            <a:ext cx="12192000" cy="538982"/>
          </a:xfrm>
        </p:spPr>
        <p:txBody>
          <a:bodyPr>
            <a:noAutofit/>
          </a:bodyPr>
          <a:lstStyle/>
          <a:p>
            <a:pPr algn="ctr"/>
            <a:r>
              <a:rPr lang="ja-JP" altLang="en-US" dirty="0" smtClean="0">
                <a:latin typeface="ＭＳ ゴシック" panose="020B0609070205080204" pitchFamily="49" charset="-128"/>
                <a:ea typeface="ＭＳ ゴシック" panose="020B0609070205080204" pitchFamily="49" charset="-128"/>
              </a:rPr>
              <a:t>旭区災害</a:t>
            </a:r>
            <a:r>
              <a:rPr lang="ja-JP" altLang="en-US" dirty="0">
                <a:latin typeface="ＭＳ ゴシック" panose="020B0609070205080204" pitchFamily="49" charset="-128"/>
                <a:ea typeface="ＭＳ ゴシック" panose="020B0609070205080204" pitchFamily="49" charset="-128"/>
              </a:rPr>
              <a:t>対策</a:t>
            </a:r>
            <a:r>
              <a:rPr lang="ja-JP" altLang="en-US" dirty="0" smtClean="0">
                <a:latin typeface="ＭＳ ゴシック" panose="020B0609070205080204" pitchFamily="49" charset="-128"/>
                <a:ea typeface="ＭＳ ゴシック" panose="020B0609070205080204" pitchFamily="49" charset="-128"/>
              </a:rPr>
              <a:t>本部非常</a:t>
            </a:r>
            <a:r>
              <a:rPr lang="ja-JP" altLang="en-US" dirty="0">
                <a:latin typeface="ＭＳ ゴシック" panose="020B0609070205080204" pitchFamily="49" charset="-128"/>
                <a:ea typeface="ＭＳ ゴシック" panose="020B0609070205080204" pitchFamily="49" charset="-128"/>
              </a:rPr>
              <a:t>通信ネットワーク</a:t>
            </a:r>
          </a:p>
        </p:txBody>
      </p:sp>
      <p:sp>
        <p:nvSpPr>
          <p:cNvPr id="6" name="スライド番号プレースホルダー 5"/>
          <p:cNvSpPr>
            <a:spLocks noGrp="1"/>
          </p:cNvSpPr>
          <p:nvPr>
            <p:ph type="sldNum" sz="quarter" idx="12"/>
          </p:nvPr>
        </p:nvSpPr>
        <p:spPr/>
        <p:txBody>
          <a:bodyPr/>
          <a:lstStyle/>
          <a:p>
            <a:fld id="{B5082A37-547C-4C2F-B61F-FF8420BEB5B6}" type="slidenum">
              <a:rPr kumimoji="1" lang="ja-JP" altLang="en-US" smtClean="0"/>
              <a:t>5</a:t>
            </a:fld>
            <a:endParaRPr kumimoji="1" lang="ja-JP" altLang="en-US"/>
          </a:p>
        </p:txBody>
      </p:sp>
    </p:spTree>
    <p:extLst>
      <p:ext uri="{BB962C8B-B14F-4D97-AF65-F5344CB8AC3E}">
        <p14:creationId xmlns:p14="http://schemas.microsoft.com/office/powerpoint/2010/main" val="31467440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コンテンツ プレースホルダー 2">
            <a:extLst>
              <a:ext uri="{FF2B5EF4-FFF2-40B4-BE49-F238E27FC236}">
                <a16:creationId xmlns="" xmlns:a16="http://schemas.microsoft.com/office/drawing/2014/main" id="{CB31866D-1621-4EC2-93B5-CF4C2AA3AE0C}"/>
              </a:ext>
            </a:extLst>
          </p:cNvPr>
          <p:cNvSpPr txBox="1">
            <a:spLocks/>
          </p:cNvSpPr>
          <p:nvPr/>
        </p:nvSpPr>
        <p:spPr>
          <a:xfrm>
            <a:off x="218768" y="1776570"/>
            <a:ext cx="11449663" cy="489211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latin typeface="+mn-ea"/>
              </a:rPr>
              <a:t>旭区役所</a:t>
            </a:r>
            <a:r>
              <a:rPr lang="ja-JP" altLang="en-US" dirty="0" smtClean="0">
                <a:latin typeface="+mn-ea"/>
              </a:rPr>
              <a:t>は</a:t>
            </a:r>
            <a:endParaRPr lang="en-US" altLang="ja-JP" dirty="0" smtClean="0">
              <a:latin typeface="+mn-ea"/>
            </a:endParaRPr>
          </a:p>
          <a:p>
            <a:pPr lvl="1"/>
            <a:r>
              <a:rPr lang="ja-JP" dirty="0" smtClean="0">
                <a:latin typeface="+mn-ea"/>
              </a:rPr>
              <a:t>非常</a:t>
            </a:r>
            <a:r>
              <a:rPr lang="ja-JP" dirty="0">
                <a:latin typeface="+mn-ea"/>
              </a:rPr>
              <a:t>通信協力会に対し以下の活動</a:t>
            </a:r>
            <a:r>
              <a:rPr lang="ja-JP" dirty="0" smtClean="0">
                <a:latin typeface="+mn-ea"/>
              </a:rPr>
              <a:t>を要請</a:t>
            </a:r>
            <a:endParaRPr lang="ja-JP" altLang="en-US" dirty="0">
              <a:latin typeface="+mn-ea"/>
            </a:endParaRPr>
          </a:p>
          <a:p>
            <a:pPr lvl="2"/>
            <a:r>
              <a:rPr lang="ja-JP" altLang="en-US" dirty="0">
                <a:latin typeface="+mn-ea"/>
              </a:rPr>
              <a:t>非常通信訓練の</a:t>
            </a:r>
            <a:r>
              <a:rPr lang="ja-JP" altLang="en-US" dirty="0" smtClean="0">
                <a:latin typeface="+mn-ea"/>
              </a:rPr>
              <a:t>実施</a:t>
            </a:r>
            <a:endParaRPr lang="en-US" altLang="ja-JP" dirty="0" smtClean="0">
              <a:latin typeface="+mn-ea"/>
            </a:endParaRPr>
          </a:p>
          <a:p>
            <a:pPr lvl="2"/>
            <a:r>
              <a:rPr lang="ja-JP" dirty="0" smtClean="0">
                <a:latin typeface="+mn-ea"/>
              </a:rPr>
              <a:t>無線</a:t>
            </a:r>
            <a:r>
              <a:rPr lang="ja-JP" dirty="0">
                <a:latin typeface="+mn-ea"/>
              </a:rPr>
              <a:t>機器の機材点検</a:t>
            </a:r>
            <a:endParaRPr lang="ja-JP" dirty="0">
              <a:latin typeface="+mn-ea"/>
              <a:cs typeface="+mn-lt"/>
            </a:endParaRPr>
          </a:p>
          <a:p>
            <a:pPr lvl="1"/>
            <a:r>
              <a:rPr lang="ja-JP" altLang="en-US" dirty="0" smtClean="0">
                <a:solidFill>
                  <a:srgbClr val="000000"/>
                </a:solidFill>
                <a:latin typeface="+mn-ea"/>
              </a:rPr>
              <a:t>各拠点運営委員長に対し</a:t>
            </a:r>
            <a:r>
              <a:rPr lang="en-US" altLang="ja-JP" dirty="0" smtClean="0">
                <a:solidFill>
                  <a:srgbClr val="000000"/>
                </a:solidFill>
                <a:latin typeface="+mn-ea"/>
              </a:rPr>
              <a:t/>
            </a:r>
            <a:br>
              <a:rPr lang="en-US" altLang="ja-JP" dirty="0" smtClean="0">
                <a:solidFill>
                  <a:srgbClr val="000000"/>
                </a:solidFill>
                <a:latin typeface="+mn-ea"/>
              </a:rPr>
            </a:br>
            <a:r>
              <a:rPr lang="ja-JP" altLang="en-US" dirty="0" smtClean="0">
                <a:solidFill>
                  <a:srgbClr val="000000"/>
                </a:solidFill>
                <a:latin typeface="+mn-ea"/>
              </a:rPr>
              <a:t>無線訓練を</a:t>
            </a:r>
            <a:r>
              <a:rPr lang="ja-JP" altLang="en-US" dirty="0" smtClean="0">
                <a:solidFill>
                  <a:srgbClr val="000000"/>
                </a:solidFill>
                <a:latin typeface="+mn-ea"/>
              </a:rPr>
              <a:t>含む地域防災拠点訓練</a:t>
            </a:r>
            <a:r>
              <a:rPr lang="ja-JP" altLang="en-US" dirty="0" smtClean="0">
                <a:latin typeface="+mn-ea"/>
              </a:rPr>
              <a:t>を</a:t>
            </a:r>
            <a:r>
              <a:rPr lang="en-US" altLang="ja-JP" dirty="0" smtClean="0">
                <a:latin typeface="+mn-ea"/>
              </a:rPr>
              <a:t/>
            </a:r>
            <a:br>
              <a:rPr lang="en-US" altLang="ja-JP" dirty="0" smtClean="0">
                <a:latin typeface="+mn-ea"/>
              </a:rPr>
            </a:br>
            <a:r>
              <a:rPr lang="ja-JP" altLang="en-US" dirty="0" smtClean="0">
                <a:latin typeface="+mn-ea"/>
              </a:rPr>
              <a:t>実施するよう要請</a:t>
            </a:r>
            <a:endParaRPr lang="ja-JP" altLang="en-US" dirty="0">
              <a:latin typeface="+mn-ea"/>
            </a:endParaRPr>
          </a:p>
          <a:p>
            <a:pPr lvl="2"/>
            <a:endParaRPr lang="ja-JP" sz="1400" dirty="0">
              <a:solidFill>
                <a:srgbClr val="000000"/>
              </a:solidFill>
              <a:latin typeface="+mn-ea"/>
            </a:endParaRPr>
          </a:p>
          <a:p>
            <a:endParaRPr lang="ja-JP" altLang="en-US" sz="1800" b="1" dirty="0">
              <a:latin typeface="+mn-ea"/>
            </a:endParaRPr>
          </a:p>
        </p:txBody>
      </p:sp>
      <p:sp>
        <p:nvSpPr>
          <p:cNvPr id="2" name="タイトル 1">
            <a:extLst>
              <a:ext uri="{FF2B5EF4-FFF2-40B4-BE49-F238E27FC236}">
                <a16:creationId xmlns="" xmlns:a16="http://schemas.microsoft.com/office/drawing/2014/main" id="{96A5AF90-62F3-4BD5-80B4-EA6C162D767A}"/>
              </a:ext>
            </a:extLst>
          </p:cNvPr>
          <p:cNvSpPr>
            <a:spLocks noGrp="1"/>
          </p:cNvSpPr>
          <p:nvPr>
            <p:ph type="title"/>
          </p:nvPr>
        </p:nvSpPr>
        <p:spPr>
          <a:xfrm>
            <a:off x="0" y="677974"/>
            <a:ext cx="11887200" cy="538982"/>
          </a:xfrm>
        </p:spPr>
        <p:txBody>
          <a:bodyPr>
            <a:noAutofit/>
          </a:bodyPr>
          <a:lstStyle/>
          <a:p>
            <a:pPr algn="ctr"/>
            <a:r>
              <a:rPr lang="ja-JP" altLang="en-US" dirty="0">
                <a:latin typeface="ＭＳ ゴシック" panose="020B0609070205080204" pitchFamily="49" charset="-128"/>
                <a:ea typeface="ＭＳ ゴシック" panose="020B0609070205080204" pitchFamily="49" charset="-128"/>
              </a:rPr>
              <a:t>旭区</a:t>
            </a:r>
            <a:r>
              <a:rPr lang="ja-JP" altLang="en-US" dirty="0" smtClean="0">
                <a:latin typeface="ＭＳ ゴシック" panose="020B0609070205080204" pitchFamily="49" charset="-128"/>
                <a:ea typeface="ＭＳ ゴシック" panose="020B0609070205080204" pitchFamily="49" charset="-128"/>
              </a:rPr>
              <a:t>役所、非常</a:t>
            </a:r>
            <a:r>
              <a:rPr lang="ja-JP" altLang="en-US" dirty="0">
                <a:latin typeface="ＭＳ ゴシック" panose="020B0609070205080204" pitchFamily="49" charset="-128"/>
                <a:ea typeface="ＭＳ ゴシック" panose="020B0609070205080204" pitchFamily="49" charset="-128"/>
              </a:rPr>
              <a:t>通信</a:t>
            </a:r>
            <a:r>
              <a:rPr lang="ja-JP" altLang="en-US" dirty="0" smtClean="0">
                <a:latin typeface="ＭＳ ゴシック" panose="020B0609070205080204" pitchFamily="49" charset="-128"/>
                <a:ea typeface="ＭＳ ゴシック" panose="020B0609070205080204" pitchFamily="49" charset="-128"/>
              </a:rPr>
              <a:t>協力会、拠点と</a:t>
            </a:r>
            <a:r>
              <a:rPr lang="ja-JP" altLang="en-US" dirty="0">
                <a:latin typeface="ＭＳ ゴシック" panose="020B0609070205080204" pitchFamily="49" charset="-128"/>
                <a:ea typeface="ＭＳ ゴシック" panose="020B0609070205080204" pitchFamily="49" charset="-128"/>
              </a:rPr>
              <a:t>の関係</a:t>
            </a:r>
          </a:p>
        </p:txBody>
      </p:sp>
      <p:sp>
        <p:nvSpPr>
          <p:cNvPr id="5" name="四角形: 角を丸くする 4">
            <a:extLst>
              <a:ext uri="{FF2B5EF4-FFF2-40B4-BE49-F238E27FC236}">
                <a16:creationId xmlns="" xmlns:a16="http://schemas.microsoft.com/office/drawing/2014/main" id="{7DECF3F6-3771-478F-A28A-46A6E5D459C6}"/>
              </a:ext>
            </a:extLst>
          </p:cNvPr>
          <p:cNvSpPr/>
          <p:nvPr/>
        </p:nvSpPr>
        <p:spPr>
          <a:xfrm>
            <a:off x="8019234" y="2216649"/>
            <a:ext cx="2319866" cy="939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3200" b="1" dirty="0">
                <a:latin typeface="Meiryo UI" panose="020B0604030504040204" pitchFamily="50" charset="-128"/>
                <a:ea typeface="Meiryo UI" panose="020B0604030504040204" pitchFamily="50" charset="-128"/>
              </a:rPr>
              <a:t>区役所</a:t>
            </a:r>
            <a:endParaRPr kumimoji="1" lang="ja-JP" altLang="en-US" sz="3200" b="1" dirty="0">
              <a:latin typeface="Meiryo UI" panose="020B0604030504040204" pitchFamily="50" charset="-128"/>
              <a:ea typeface="Meiryo UI" panose="020B0604030504040204" pitchFamily="50" charset="-128"/>
            </a:endParaRPr>
          </a:p>
        </p:txBody>
      </p:sp>
      <p:sp>
        <p:nvSpPr>
          <p:cNvPr id="7" name="四角形: 角を丸くする 6">
            <a:extLst>
              <a:ext uri="{FF2B5EF4-FFF2-40B4-BE49-F238E27FC236}">
                <a16:creationId xmlns="" xmlns:a16="http://schemas.microsoft.com/office/drawing/2014/main" id="{98BE72E4-E341-403E-8239-1E183795870D}"/>
              </a:ext>
            </a:extLst>
          </p:cNvPr>
          <p:cNvSpPr/>
          <p:nvPr/>
        </p:nvSpPr>
        <p:spPr>
          <a:xfrm>
            <a:off x="6347204" y="4847323"/>
            <a:ext cx="2160092" cy="93980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b="1" dirty="0">
                <a:latin typeface="Meiryo UI" panose="020B0604030504040204" pitchFamily="50" charset="-128"/>
                <a:ea typeface="Meiryo UI" panose="020B0604030504040204" pitchFamily="50" charset="-128"/>
              </a:rPr>
              <a:t>非常通信協力会</a:t>
            </a:r>
            <a:endParaRPr lang="en-US" altLang="ja-JP" sz="2000" b="1" dirty="0">
              <a:latin typeface="Meiryo UI" panose="020B0604030504040204" pitchFamily="50" charset="-128"/>
              <a:ea typeface="Meiryo UI" panose="020B0604030504040204" pitchFamily="50" charset="-128"/>
            </a:endParaRPr>
          </a:p>
          <a:p>
            <a:pPr algn="ctr"/>
            <a:r>
              <a:rPr kumimoji="1" lang="en-US" altLang="ja-JP" sz="2000" b="1" dirty="0">
                <a:latin typeface="Meiryo UI" panose="020B0604030504040204" pitchFamily="50" charset="-128"/>
                <a:ea typeface="Meiryo UI" panose="020B0604030504040204" pitchFamily="50" charset="-128"/>
              </a:rPr>
              <a:t>JR1YWK</a:t>
            </a:r>
            <a:endParaRPr kumimoji="1" lang="ja-JP" altLang="en-US" sz="2000" b="1" dirty="0">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 xmlns:a16="http://schemas.microsoft.com/office/drawing/2014/main" id="{2FA2A87C-E799-472A-831D-EF0D800440F1}"/>
              </a:ext>
            </a:extLst>
          </p:cNvPr>
          <p:cNvSpPr/>
          <p:nvPr/>
        </p:nvSpPr>
        <p:spPr>
          <a:xfrm>
            <a:off x="9395752" y="4847323"/>
            <a:ext cx="2160092" cy="939800"/>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b="1" dirty="0">
                <a:latin typeface="Meiryo UI" panose="020B0604030504040204" pitchFamily="50" charset="-128"/>
                <a:ea typeface="Meiryo UI" panose="020B0604030504040204" pitchFamily="50" charset="-128"/>
              </a:rPr>
              <a:t>拠点運営委員長</a:t>
            </a:r>
            <a:endParaRPr kumimoji="1" lang="ja-JP" altLang="en-US" sz="2000" b="1" dirty="0">
              <a:latin typeface="Meiryo UI" panose="020B0604030504040204" pitchFamily="50" charset="-128"/>
              <a:ea typeface="Meiryo UI" panose="020B0604030504040204" pitchFamily="50" charset="-128"/>
            </a:endParaRPr>
          </a:p>
        </p:txBody>
      </p:sp>
      <p:cxnSp>
        <p:nvCxnSpPr>
          <p:cNvPr id="11" name="直線矢印コネクタ 10">
            <a:extLst>
              <a:ext uri="{FF2B5EF4-FFF2-40B4-BE49-F238E27FC236}">
                <a16:creationId xmlns="" xmlns:a16="http://schemas.microsoft.com/office/drawing/2014/main" id="{5D63F86E-E2FA-4112-908D-1C20AB373CF8}"/>
              </a:ext>
            </a:extLst>
          </p:cNvPr>
          <p:cNvCxnSpPr>
            <a:cxnSpLocks/>
          </p:cNvCxnSpPr>
          <p:nvPr/>
        </p:nvCxnSpPr>
        <p:spPr>
          <a:xfrm flipH="1">
            <a:off x="7648067" y="3208340"/>
            <a:ext cx="979130" cy="1663565"/>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 xmlns:a16="http://schemas.microsoft.com/office/drawing/2014/main" id="{89AC2566-CEB3-4405-871C-B95240733403}"/>
              </a:ext>
            </a:extLst>
          </p:cNvPr>
          <p:cNvCxnSpPr>
            <a:cxnSpLocks/>
          </p:cNvCxnSpPr>
          <p:nvPr/>
        </p:nvCxnSpPr>
        <p:spPr>
          <a:xfrm>
            <a:off x="9556072" y="3208338"/>
            <a:ext cx="874795" cy="1671758"/>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5" name="吹き出し: 角を丸めた四角形 14">
            <a:extLst>
              <a:ext uri="{FF2B5EF4-FFF2-40B4-BE49-F238E27FC236}">
                <a16:creationId xmlns="" xmlns:a16="http://schemas.microsoft.com/office/drawing/2014/main" id="{26A8A29A-BC23-4B18-870B-BBCC1847C6E9}"/>
              </a:ext>
            </a:extLst>
          </p:cNvPr>
          <p:cNvSpPr/>
          <p:nvPr/>
        </p:nvSpPr>
        <p:spPr>
          <a:xfrm>
            <a:off x="10093568" y="3287582"/>
            <a:ext cx="1993220" cy="935044"/>
          </a:xfrm>
          <a:prstGeom prst="wedgeRoundRectCallout">
            <a:avLst>
              <a:gd name="adj1" fmla="val -44580"/>
              <a:gd name="adj2" fmla="val 76950"/>
              <a:gd name="adj3" fmla="val 16667"/>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ja-JP" altLang="en-US" sz="1400" b="1" dirty="0" smtClean="0">
                <a:solidFill>
                  <a:srgbClr val="0070C0"/>
                </a:solidFill>
                <a:latin typeface="Meiryo UI"/>
                <a:ea typeface="Meiryo UI"/>
              </a:rPr>
              <a:t>防災拠点訓練</a:t>
            </a:r>
            <a:r>
              <a:rPr lang="ja-JP" altLang="en-US" sz="1400" b="1" dirty="0">
                <a:solidFill>
                  <a:srgbClr val="0070C0"/>
                </a:solidFill>
                <a:latin typeface="Meiryo UI"/>
                <a:ea typeface="Meiryo UI"/>
              </a:rPr>
              <a:t>（アマチュア無線による非常通信等を含む）と機材点検を</a:t>
            </a:r>
            <a:r>
              <a:rPr lang="ja-JP" altLang="en-US" sz="1400" b="1" dirty="0">
                <a:solidFill>
                  <a:srgbClr val="FF0000"/>
                </a:solidFill>
                <a:latin typeface="Meiryo UI"/>
                <a:ea typeface="Meiryo UI"/>
              </a:rPr>
              <a:t>要請</a:t>
            </a:r>
            <a:endParaRPr lang="ja-JP" dirty="0">
              <a:solidFill>
                <a:srgbClr val="FF0000"/>
              </a:solidFill>
            </a:endParaRPr>
          </a:p>
        </p:txBody>
      </p:sp>
      <p:sp>
        <p:nvSpPr>
          <p:cNvPr id="21" name="吹き出し: 角を丸めた四角形 20">
            <a:extLst>
              <a:ext uri="{FF2B5EF4-FFF2-40B4-BE49-F238E27FC236}">
                <a16:creationId xmlns="" xmlns:a16="http://schemas.microsoft.com/office/drawing/2014/main" id="{8B4A4CEE-10A8-4639-A35B-F9736B5986D9}"/>
              </a:ext>
            </a:extLst>
          </p:cNvPr>
          <p:cNvSpPr/>
          <p:nvPr/>
        </p:nvSpPr>
        <p:spPr>
          <a:xfrm>
            <a:off x="6469151" y="3191826"/>
            <a:ext cx="1676401" cy="740279"/>
          </a:xfrm>
          <a:prstGeom prst="wedgeRoundRectCallout">
            <a:avLst>
              <a:gd name="adj1" fmla="val 49865"/>
              <a:gd name="adj2" fmla="val 66441"/>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sz="1400" dirty="0">
                <a:solidFill>
                  <a:schemeClr val="tx1"/>
                </a:solidFill>
                <a:latin typeface="Meiryo UI"/>
                <a:ea typeface="Meiryo UI"/>
              </a:rPr>
              <a:t>協定に基づき、</a:t>
            </a:r>
            <a:r>
              <a:rPr kumimoji="1" lang="en-US" altLang="ja-JP" sz="1400" dirty="0">
                <a:solidFill>
                  <a:schemeClr val="tx1"/>
                </a:solidFill>
                <a:latin typeface="Meiryo UI"/>
                <a:ea typeface="Meiryo UI"/>
              </a:rPr>
              <a:t>YWK</a:t>
            </a:r>
            <a:r>
              <a:rPr kumimoji="1" lang="ja-JP" altLang="en-US" sz="1400" dirty="0">
                <a:solidFill>
                  <a:schemeClr val="tx1"/>
                </a:solidFill>
                <a:latin typeface="Meiryo UI"/>
                <a:ea typeface="Meiryo UI"/>
              </a:rPr>
              <a:t>に対して訓練と機材点検を</a:t>
            </a:r>
            <a:r>
              <a:rPr kumimoji="1" lang="ja-JP" altLang="en-US" sz="1400" b="1" dirty="0">
                <a:solidFill>
                  <a:srgbClr val="FF0000"/>
                </a:solidFill>
                <a:latin typeface="Meiryo UI"/>
                <a:ea typeface="Meiryo UI"/>
              </a:rPr>
              <a:t>要請</a:t>
            </a:r>
          </a:p>
        </p:txBody>
      </p:sp>
      <p:sp>
        <p:nvSpPr>
          <p:cNvPr id="10" name="矢印: 左右 9">
            <a:extLst>
              <a:ext uri="{FF2B5EF4-FFF2-40B4-BE49-F238E27FC236}">
                <a16:creationId xmlns="" xmlns:a16="http://schemas.microsoft.com/office/drawing/2014/main" id="{00E48A9B-E515-4687-ACF9-73AE64D5D725}"/>
              </a:ext>
            </a:extLst>
          </p:cNvPr>
          <p:cNvSpPr/>
          <p:nvPr/>
        </p:nvSpPr>
        <p:spPr>
          <a:xfrm>
            <a:off x="8594852" y="5221988"/>
            <a:ext cx="737419" cy="24580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20" name="吹き出し: 角を丸めた四角形 19">
            <a:extLst>
              <a:ext uri="{FF2B5EF4-FFF2-40B4-BE49-F238E27FC236}">
                <a16:creationId xmlns="" xmlns:a16="http://schemas.microsoft.com/office/drawing/2014/main" id="{9A52AFF0-EB80-44B6-BA98-9A8A353E9B6E}"/>
              </a:ext>
            </a:extLst>
          </p:cNvPr>
          <p:cNvSpPr/>
          <p:nvPr/>
        </p:nvSpPr>
        <p:spPr>
          <a:xfrm>
            <a:off x="8154702" y="5868324"/>
            <a:ext cx="1283111" cy="644523"/>
          </a:xfrm>
          <a:prstGeom prst="wedgeRoundRectCallout">
            <a:avLst>
              <a:gd name="adj1" fmla="val 14070"/>
              <a:gd name="adj2" fmla="val -116154"/>
              <a:gd name="adj3" fmla="val 16667"/>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400" b="1" dirty="0">
                <a:solidFill>
                  <a:srgbClr val="0070C0"/>
                </a:solidFill>
                <a:latin typeface="Meiryo UI"/>
                <a:ea typeface="Meiryo UI"/>
              </a:rPr>
              <a:t>協調して訓練を実施</a:t>
            </a:r>
          </a:p>
        </p:txBody>
      </p:sp>
      <p:sp>
        <p:nvSpPr>
          <p:cNvPr id="3" name="正方形/長方形 2"/>
          <p:cNvSpPr/>
          <p:nvPr/>
        </p:nvSpPr>
        <p:spPr>
          <a:xfrm>
            <a:off x="204016" y="308642"/>
            <a:ext cx="6143188" cy="369332"/>
          </a:xfrm>
          <a:prstGeom prst="rect">
            <a:avLst/>
          </a:prstGeom>
        </p:spPr>
        <p:txBody>
          <a:bodyPr wrap="square">
            <a:spAutoFit/>
          </a:bodyPr>
          <a:lstStyle/>
          <a:p>
            <a:r>
              <a:rPr lang="ja-JP" altLang="en-US" dirty="0">
                <a:latin typeface="ＭＳ ゴシック" panose="020B0609070205080204" pitchFamily="49" charset="-128"/>
                <a:ea typeface="ＭＳ ゴシック" panose="020B0609070205080204" pitchFamily="49" charset="-128"/>
              </a:rPr>
              <a:t>「旭区防災計画　震災対策編　</a:t>
            </a:r>
            <a:r>
              <a:rPr lang="en-US" altLang="ja-JP" dirty="0">
                <a:latin typeface="ＭＳ ゴシック" panose="020B0609070205080204" pitchFamily="49" charset="-128"/>
                <a:ea typeface="ＭＳ ゴシック" panose="020B0609070205080204" pitchFamily="49" charset="-128"/>
              </a:rPr>
              <a:t>2018</a:t>
            </a:r>
            <a:r>
              <a:rPr lang="ja-JP" altLang="en-US" dirty="0" smtClean="0">
                <a:latin typeface="ＭＳ ゴシック" panose="020B0609070205080204" pitchFamily="49" charset="-128"/>
                <a:ea typeface="ＭＳ ゴシック" panose="020B0609070205080204" pitchFamily="49" charset="-128"/>
              </a:rPr>
              <a:t>」に基づく</a:t>
            </a:r>
            <a:endParaRPr lang="ja-JP" altLang="en-US" dirty="0"/>
          </a:p>
        </p:txBody>
      </p:sp>
      <p:sp>
        <p:nvSpPr>
          <p:cNvPr id="14" name="正方形/長方形 13"/>
          <p:cNvSpPr/>
          <p:nvPr/>
        </p:nvSpPr>
        <p:spPr>
          <a:xfrm>
            <a:off x="5943600" y="1262781"/>
            <a:ext cx="6143188" cy="369332"/>
          </a:xfrm>
          <a:prstGeom prst="rect">
            <a:avLst/>
          </a:prstGeom>
        </p:spPr>
        <p:txBody>
          <a:bodyPr wrap="square">
            <a:spAutoFit/>
          </a:bodyPr>
          <a:lstStyle/>
          <a:p>
            <a:r>
              <a:rPr lang="ja-JP" altLang="en-US" dirty="0" smtClean="0">
                <a:latin typeface="ＭＳ ゴシック" panose="020B0609070205080204" pitchFamily="49" charset="-128"/>
                <a:ea typeface="ＭＳ ゴシック" panose="020B0609070205080204" pitchFamily="49" charset="-128"/>
              </a:rPr>
              <a:t>（横浜市アマチュア無線非常通信協力会としての見解）</a:t>
            </a:r>
            <a:endParaRPr lang="ja-JP" altLang="en-US" dirty="0">
              <a:latin typeface="ＭＳ ゴシック" panose="020B0609070205080204" pitchFamily="49" charset="-128"/>
              <a:ea typeface="ＭＳ ゴシック" panose="020B0609070205080204" pitchFamily="49" charset="-128"/>
            </a:endParaRPr>
          </a:p>
        </p:txBody>
      </p:sp>
      <p:sp>
        <p:nvSpPr>
          <p:cNvPr id="6" name="スライド番号プレースホルダー 5"/>
          <p:cNvSpPr>
            <a:spLocks noGrp="1"/>
          </p:cNvSpPr>
          <p:nvPr>
            <p:ph type="sldNum" sz="quarter" idx="12"/>
          </p:nvPr>
        </p:nvSpPr>
        <p:spPr/>
        <p:txBody>
          <a:bodyPr/>
          <a:lstStyle/>
          <a:p>
            <a:fld id="{B5082A37-547C-4C2F-B61F-FF8420BEB5B6}" type="slidenum">
              <a:rPr kumimoji="1" lang="ja-JP" altLang="en-US" smtClean="0"/>
              <a:t>6</a:t>
            </a:fld>
            <a:endParaRPr kumimoji="1" lang="ja-JP" altLang="en-US"/>
          </a:p>
        </p:txBody>
      </p:sp>
    </p:spTree>
    <p:extLst>
      <p:ext uri="{BB962C8B-B14F-4D97-AF65-F5344CB8AC3E}">
        <p14:creationId xmlns:p14="http://schemas.microsoft.com/office/powerpoint/2010/main" val="353893983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0157" y="5169973"/>
            <a:ext cx="3278646" cy="139307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タイトル 1">
            <a:extLst>
              <a:ext uri="{FF2B5EF4-FFF2-40B4-BE49-F238E27FC236}">
                <a16:creationId xmlns="" xmlns:a16="http://schemas.microsoft.com/office/drawing/2014/main" id="{96A5AF90-62F3-4BD5-80B4-EA6C162D767A}"/>
              </a:ext>
            </a:extLst>
          </p:cNvPr>
          <p:cNvSpPr>
            <a:spLocks noGrp="1"/>
          </p:cNvSpPr>
          <p:nvPr>
            <p:ph type="title"/>
          </p:nvPr>
        </p:nvSpPr>
        <p:spPr>
          <a:xfrm>
            <a:off x="0" y="677974"/>
            <a:ext cx="11887200" cy="538982"/>
          </a:xfrm>
        </p:spPr>
        <p:txBody>
          <a:bodyPr>
            <a:noAutofit/>
          </a:bodyPr>
          <a:lstStyle/>
          <a:p>
            <a:pPr algn="ctr"/>
            <a:r>
              <a:rPr lang="ja-JP" altLang="en-US" dirty="0" smtClean="0">
                <a:latin typeface="ＭＳ ゴシック" panose="020B0609070205080204" pitchFamily="49" charset="-128"/>
                <a:ea typeface="ＭＳ ゴシック" panose="020B0609070205080204" pitchFamily="49" charset="-128"/>
              </a:rPr>
              <a:t>非常通信訓練、機材点検実施までの手順</a:t>
            </a:r>
            <a:endParaRPr lang="ja-JP" altLang="en-US" dirty="0">
              <a:latin typeface="ＭＳ ゴシック" panose="020B0609070205080204" pitchFamily="49" charset="-128"/>
              <a:ea typeface="ＭＳ ゴシック" panose="020B0609070205080204" pitchFamily="49" charset="-128"/>
            </a:endParaRPr>
          </a:p>
        </p:txBody>
      </p:sp>
      <p:sp>
        <p:nvSpPr>
          <p:cNvPr id="5" name="四角形: 角を丸くする 4">
            <a:extLst>
              <a:ext uri="{FF2B5EF4-FFF2-40B4-BE49-F238E27FC236}">
                <a16:creationId xmlns="" xmlns:a16="http://schemas.microsoft.com/office/drawing/2014/main" id="{7DECF3F6-3771-478F-A28A-46A6E5D459C6}"/>
              </a:ext>
            </a:extLst>
          </p:cNvPr>
          <p:cNvSpPr/>
          <p:nvPr/>
        </p:nvSpPr>
        <p:spPr>
          <a:xfrm>
            <a:off x="4550566" y="1524988"/>
            <a:ext cx="2319866" cy="939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3200" b="1" dirty="0">
                <a:latin typeface="Meiryo UI" panose="020B0604030504040204" pitchFamily="50" charset="-128"/>
                <a:ea typeface="Meiryo UI" panose="020B0604030504040204" pitchFamily="50" charset="-128"/>
              </a:rPr>
              <a:t>区役所</a:t>
            </a:r>
            <a:endParaRPr kumimoji="1" lang="ja-JP" altLang="en-US" sz="3200" b="1" dirty="0">
              <a:latin typeface="Meiryo UI" panose="020B0604030504040204" pitchFamily="50" charset="-128"/>
              <a:ea typeface="Meiryo UI" panose="020B0604030504040204" pitchFamily="50" charset="-128"/>
            </a:endParaRPr>
          </a:p>
        </p:txBody>
      </p:sp>
      <p:sp>
        <p:nvSpPr>
          <p:cNvPr id="7" name="四角形: 角を丸くする 6">
            <a:extLst>
              <a:ext uri="{FF2B5EF4-FFF2-40B4-BE49-F238E27FC236}">
                <a16:creationId xmlns="" xmlns:a16="http://schemas.microsoft.com/office/drawing/2014/main" id="{98BE72E4-E341-403E-8239-1E183795870D}"/>
              </a:ext>
            </a:extLst>
          </p:cNvPr>
          <p:cNvSpPr/>
          <p:nvPr/>
        </p:nvSpPr>
        <p:spPr>
          <a:xfrm>
            <a:off x="1622804" y="4282188"/>
            <a:ext cx="2160092" cy="93980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b="1" dirty="0">
                <a:latin typeface="Meiryo UI" panose="020B0604030504040204" pitchFamily="50" charset="-128"/>
                <a:ea typeface="Meiryo UI" panose="020B0604030504040204" pitchFamily="50" charset="-128"/>
              </a:rPr>
              <a:t>非常通信協力会</a:t>
            </a:r>
            <a:endParaRPr lang="en-US" altLang="ja-JP" sz="2000" b="1" dirty="0">
              <a:latin typeface="Meiryo UI" panose="020B0604030504040204" pitchFamily="50" charset="-128"/>
              <a:ea typeface="Meiryo UI" panose="020B0604030504040204" pitchFamily="50" charset="-128"/>
            </a:endParaRPr>
          </a:p>
          <a:p>
            <a:pPr algn="ctr"/>
            <a:r>
              <a:rPr kumimoji="1" lang="en-US" altLang="ja-JP" sz="2000" b="1" dirty="0">
                <a:latin typeface="Meiryo UI" panose="020B0604030504040204" pitchFamily="50" charset="-128"/>
                <a:ea typeface="Meiryo UI" panose="020B0604030504040204" pitchFamily="50" charset="-128"/>
              </a:rPr>
              <a:t>JR1YWK</a:t>
            </a:r>
            <a:endParaRPr kumimoji="1" lang="ja-JP" altLang="en-US" sz="2000" b="1" dirty="0">
              <a:latin typeface="Meiryo UI" panose="020B0604030504040204" pitchFamily="50" charset="-128"/>
              <a:ea typeface="Meiryo UI" panose="020B0604030504040204" pitchFamily="50" charset="-128"/>
            </a:endParaRPr>
          </a:p>
        </p:txBody>
      </p:sp>
      <p:sp>
        <p:nvSpPr>
          <p:cNvPr id="9" name="四角形: 角を丸くする 8">
            <a:extLst>
              <a:ext uri="{FF2B5EF4-FFF2-40B4-BE49-F238E27FC236}">
                <a16:creationId xmlns="" xmlns:a16="http://schemas.microsoft.com/office/drawing/2014/main" id="{2FA2A87C-E799-472A-831D-EF0D800440F1}"/>
              </a:ext>
            </a:extLst>
          </p:cNvPr>
          <p:cNvSpPr/>
          <p:nvPr/>
        </p:nvSpPr>
        <p:spPr>
          <a:xfrm>
            <a:off x="7758750" y="4282188"/>
            <a:ext cx="2160092" cy="939800"/>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b="1" dirty="0">
                <a:latin typeface="Meiryo UI" panose="020B0604030504040204" pitchFamily="50" charset="-128"/>
                <a:ea typeface="Meiryo UI" panose="020B0604030504040204" pitchFamily="50" charset="-128"/>
              </a:rPr>
              <a:t>拠点運営委員長</a:t>
            </a:r>
            <a:endParaRPr kumimoji="1" lang="ja-JP" altLang="en-US" sz="2000" b="1" dirty="0">
              <a:latin typeface="Meiryo UI" panose="020B0604030504040204" pitchFamily="50" charset="-128"/>
              <a:ea typeface="Meiryo UI" panose="020B0604030504040204" pitchFamily="50" charset="-128"/>
            </a:endParaRPr>
          </a:p>
        </p:txBody>
      </p:sp>
      <p:cxnSp>
        <p:nvCxnSpPr>
          <p:cNvPr id="11" name="直線矢印コネクタ 10">
            <a:extLst>
              <a:ext uri="{FF2B5EF4-FFF2-40B4-BE49-F238E27FC236}">
                <a16:creationId xmlns="" xmlns:a16="http://schemas.microsoft.com/office/drawing/2014/main" id="{5D63F86E-E2FA-4112-908D-1C20AB373CF8}"/>
              </a:ext>
            </a:extLst>
          </p:cNvPr>
          <p:cNvCxnSpPr>
            <a:cxnSpLocks/>
          </p:cNvCxnSpPr>
          <p:nvPr/>
        </p:nvCxnSpPr>
        <p:spPr>
          <a:xfrm flipH="1">
            <a:off x="3235569" y="2438281"/>
            <a:ext cx="1314998" cy="1666383"/>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 xmlns:a16="http://schemas.microsoft.com/office/drawing/2014/main" id="{89AC2566-CEB3-4405-871C-B95240733403}"/>
              </a:ext>
            </a:extLst>
          </p:cNvPr>
          <p:cNvCxnSpPr>
            <a:cxnSpLocks/>
          </p:cNvCxnSpPr>
          <p:nvPr/>
        </p:nvCxnSpPr>
        <p:spPr>
          <a:xfrm>
            <a:off x="6167756" y="2523235"/>
            <a:ext cx="1774298" cy="1758953"/>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5" name="吹き出し: 角を丸めた四角形 14">
            <a:extLst>
              <a:ext uri="{FF2B5EF4-FFF2-40B4-BE49-F238E27FC236}">
                <a16:creationId xmlns="" xmlns:a16="http://schemas.microsoft.com/office/drawing/2014/main" id="{26A8A29A-BC23-4B18-870B-BBCC1847C6E9}"/>
              </a:ext>
            </a:extLst>
          </p:cNvPr>
          <p:cNvSpPr/>
          <p:nvPr/>
        </p:nvSpPr>
        <p:spPr>
          <a:xfrm>
            <a:off x="4161692" y="3271472"/>
            <a:ext cx="2700316" cy="1253636"/>
          </a:xfrm>
          <a:prstGeom prst="wedgeRoundRectCallout">
            <a:avLst>
              <a:gd name="adj1" fmla="val 40555"/>
              <a:gd name="adj2" fmla="val -69453"/>
              <a:gd name="adj3" fmla="val 16667"/>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ja-JP" altLang="en-US" b="1" dirty="0">
                <a:solidFill>
                  <a:srgbClr val="0070C0"/>
                </a:solidFill>
                <a:latin typeface="Meiryo UI" pitchFamily="50" charset="-128"/>
                <a:ea typeface="Meiryo UI" pitchFamily="50" charset="-128"/>
              </a:rPr>
              <a:t>①</a:t>
            </a:r>
            <a:r>
              <a:rPr lang="ja-JP" altLang="en-US" b="1" dirty="0" smtClean="0">
                <a:solidFill>
                  <a:srgbClr val="0070C0"/>
                </a:solidFill>
                <a:latin typeface="Meiryo UI" pitchFamily="50" charset="-128"/>
                <a:ea typeface="Meiryo UI" pitchFamily="50" charset="-128"/>
              </a:rPr>
              <a:t>防災拠点訓練</a:t>
            </a:r>
            <a:r>
              <a:rPr lang="ja-JP" altLang="en-US" b="1" dirty="0">
                <a:solidFill>
                  <a:srgbClr val="0070C0"/>
                </a:solidFill>
                <a:latin typeface="Meiryo UI" pitchFamily="50" charset="-128"/>
                <a:ea typeface="Meiryo UI" pitchFamily="50" charset="-128"/>
              </a:rPr>
              <a:t>（アマチュア無線による非常通信等を含む）</a:t>
            </a:r>
            <a:r>
              <a:rPr lang="ja-JP" altLang="en-US" b="1" dirty="0" smtClean="0">
                <a:solidFill>
                  <a:srgbClr val="0070C0"/>
                </a:solidFill>
                <a:latin typeface="Meiryo UI" pitchFamily="50" charset="-128"/>
                <a:ea typeface="Meiryo UI" pitchFamily="50" charset="-128"/>
              </a:rPr>
              <a:t>と</a:t>
            </a:r>
            <a:r>
              <a:rPr kumimoji="1" lang="ja-JP" altLang="en-US" b="1" dirty="0" smtClean="0">
                <a:solidFill>
                  <a:srgbClr val="0070C0"/>
                </a:solidFill>
                <a:latin typeface="Meiryo UI" pitchFamily="50" charset="-128"/>
                <a:ea typeface="Meiryo UI" pitchFamily="50" charset="-128"/>
              </a:rPr>
              <a:t>機材</a:t>
            </a:r>
            <a:r>
              <a:rPr kumimoji="1" lang="ja-JP" altLang="en-US" b="1" dirty="0">
                <a:solidFill>
                  <a:srgbClr val="0070C0"/>
                </a:solidFill>
                <a:latin typeface="Meiryo UI" pitchFamily="50" charset="-128"/>
                <a:ea typeface="Meiryo UI" pitchFamily="50" charset="-128"/>
              </a:rPr>
              <a:t>点検を</a:t>
            </a:r>
            <a:r>
              <a:rPr lang="ja-JP" altLang="en-US" b="1" dirty="0" smtClean="0">
                <a:solidFill>
                  <a:srgbClr val="FF0000"/>
                </a:solidFill>
                <a:latin typeface="Meiryo UI" pitchFamily="50" charset="-128"/>
                <a:ea typeface="Meiryo UI" pitchFamily="50" charset="-128"/>
              </a:rPr>
              <a:t>要請　</a:t>
            </a:r>
            <a:r>
              <a:rPr lang="en-US" altLang="ja-JP" b="1" dirty="0" smtClean="0">
                <a:solidFill>
                  <a:schemeClr val="tx1"/>
                </a:solidFill>
                <a:latin typeface="Meiryo UI" pitchFamily="50" charset="-128"/>
                <a:ea typeface="Meiryo UI" pitchFamily="50" charset="-128"/>
              </a:rPr>
              <a:t>@</a:t>
            </a:r>
            <a:r>
              <a:rPr lang="ja-JP" altLang="en-US" b="1" dirty="0" smtClean="0">
                <a:solidFill>
                  <a:schemeClr val="tx1"/>
                </a:solidFill>
                <a:latin typeface="Meiryo UI" pitchFamily="50" charset="-128"/>
                <a:ea typeface="Meiryo UI" pitchFamily="50" charset="-128"/>
              </a:rPr>
              <a:t>委員長総会</a:t>
            </a:r>
            <a:endParaRPr lang="ja-JP" dirty="0">
              <a:solidFill>
                <a:schemeClr val="tx1"/>
              </a:solidFill>
              <a:latin typeface="Meiryo UI" pitchFamily="50" charset="-128"/>
              <a:ea typeface="Meiryo UI" pitchFamily="50" charset="-128"/>
            </a:endParaRPr>
          </a:p>
        </p:txBody>
      </p:sp>
      <p:sp>
        <p:nvSpPr>
          <p:cNvPr id="21" name="吹き出し: 角を丸めた四角形 20">
            <a:extLst>
              <a:ext uri="{FF2B5EF4-FFF2-40B4-BE49-F238E27FC236}">
                <a16:creationId xmlns="" xmlns:a16="http://schemas.microsoft.com/office/drawing/2014/main" id="{8B4A4CEE-10A8-4639-A35B-F9736B5986D9}"/>
              </a:ext>
            </a:extLst>
          </p:cNvPr>
          <p:cNvSpPr/>
          <p:nvPr/>
        </p:nvSpPr>
        <p:spPr>
          <a:xfrm>
            <a:off x="1242647" y="1458889"/>
            <a:ext cx="2776686" cy="1026143"/>
          </a:xfrm>
          <a:prstGeom prst="wedgeRoundRectCallout">
            <a:avLst>
              <a:gd name="adj1" fmla="val 49865"/>
              <a:gd name="adj2" fmla="val 66441"/>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kumimoji="1" lang="ja-JP" altLang="en-US" dirty="0" smtClean="0">
                <a:solidFill>
                  <a:schemeClr val="tx1"/>
                </a:solidFill>
                <a:latin typeface="Meiryo UI" pitchFamily="50" charset="-128"/>
                <a:ea typeface="Meiryo UI" pitchFamily="50" charset="-128"/>
              </a:rPr>
              <a:t>③拠点の実施日程に基づき</a:t>
            </a:r>
            <a:r>
              <a:rPr kumimoji="1" lang="ja-JP" altLang="en-US" dirty="0">
                <a:solidFill>
                  <a:schemeClr val="tx1"/>
                </a:solidFill>
                <a:latin typeface="Meiryo UI" pitchFamily="50" charset="-128"/>
                <a:ea typeface="Meiryo UI" pitchFamily="50" charset="-128"/>
              </a:rPr>
              <a:t>、</a:t>
            </a:r>
            <a:r>
              <a:rPr kumimoji="1" lang="en-US" altLang="ja-JP" dirty="0">
                <a:solidFill>
                  <a:schemeClr val="tx1"/>
                </a:solidFill>
                <a:latin typeface="Meiryo UI" pitchFamily="50" charset="-128"/>
                <a:ea typeface="Meiryo UI" pitchFamily="50" charset="-128"/>
              </a:rPr>
              <a:t>YWK</a:t>
            </a:r>
            <a:r>
              <a:rPr kumimoji="1" lang="ja-JP" altLang="en-US" dirty="0">
                <a:solidFill>
                  <a:schemeClr val="tx1"/>
                </a:solidFill>
                <a:latin typeface="Meiryo UI" pitchFamily="50" charset="-128"/>
                <a:ea typeface="Meiryo UI" pitchFamily="50" charset="-128"/>
              </a:rPr>
              <a:t>に対して訓練と機材点検を</a:t>
            </a:r>
            <a:r>
              <a:rPr kumimoji="1" lang="ja-JP" altLang="en-US" b="1" dirty="0">
                <a:solidFill>
                  <a:srgbClr val="FF0000"/>
                </a:solidFill>
                <a:latin typeface="Meiryo UI" pitchFamily="50" charset="-128"/>
                <a:ea typeface="Meiryo UI" pitchFamily="50" charset="-128"/>
              </a:rPr>
              <a:t>要請</a:t>
            </a:r>
          </a:p>
        </p:txBody>
      </p:sp>
      <p:sp>
        <p:nvSpPr>
          <p:cNvPr id="10" name="矢印: 左右 9">
            <a:extLst>
              <a:ext uri="{FF2B5EF4-FFF2-40B4-BE49-F238E27FC236}">
                <a16:creationId xmlns="" xmlns:a16="http://schemas.microsoft.com/office/drawing/2014/main" id="{00E48A9B-E515-4687-ACF9-73AE64D5D725}"/>
              </a:ext>
            </a:extLst>
          </p:cNvPr>
          <p:cNvSpPr/>
          <p:nvPr/>
        </p:nvSpPr>
        <p:spPr>
          <a:xfrm>
            <a:off x="4283357" y="4629185"/>
            <a:ext cx="3148818" cy="24580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20" name="吹き出し: 角を丸めた四角形 19">
            <a:extLst>
              <a:ext uri="{FF2B5EF4-FFF2-40B4-BE49-F238E27FC236}">
                <a16:creationId xmlns="" xmlns:a16="http://schemas.microsoft.com/office/drawing/2014/main" id="{9A52AFF0-EB80-44B6-BA98-9A8A353E9B6E}"/>
              </a:ext>
            </a:extLst>
          </p:cNvPr>
          <p:cNvSpPr/>
          <p:nvPr/>
        </p:nvSpPr>
        <p:spPr>
          <a:xfrm>
            <a:off x="4658032" y="5221987"/>
            <a:ext cx="2774143" cy="1202259"/>
          </a:xfrm>
          <a:prstGeom prst="wedgeRoundRectCallout">
            <a:avLst>
              <a:gd name="adj1" fmla="val -1988"/>
              <a:gd name="adj2" fmla="val -79101"/>
              <a:gd name="adj3" fmla="val 16667"/>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ja-JP" altLang="en-US" b="1" dirty="0" smtClean="0">
                <a:solidFill>
                  <a:srgbClr val="0070C0"/>
                </a:solidFill>
                <a:latin typeface="Meiryo UI" pitchFamily="50" charset="-128"/>
                <a:ea typeface="Meiryo UI" pitchFamily="50" charset="-128"/>
              </a:rPr>
              <a:t>⑤協調して非常通信訓練、機材点検を実施。報告書をブロック長経由で事務局に提出</a:t>
            </a:r>
            <a:endParaRPr lang="en-US" altLang="ja-JP" b="1" dirty="0" smtClean="0">
              <a:solidFill>
                <a:srgbClr val="0070C0"/>
              </a:solidFill>
              <a:latin typeface="Meiryo UI" pitchFamily="50" charset="-128"/>
              <a:ea typeface="Meiryo UI" pitchFamily="50" charset="-128"/>
            </a:endParaRPr>
          </a:p>
        </p:txBody>
      </p:sp>
      <p:sp>
        <p:nvSpPr>
          <p:cNvPr id="6" name="スライド番号プレースホルダー 5"/>
          <p:cNvSpPr>
            <a:spLocks noGrp="1"/>
          </p:cNvSpPr>
          <p:nvPr>
            <p:ph type="sldNum" sz="quarter" idx="12"/>
          </p:nvPr>
        </p:nvSpPr>
        <p:spPr/>
        <p:txBody>
          <a:bodyPr/>
          <a:lstStyle/>
          <a:p>
            <a:fld id="{B5082A37-547C-4C2F-B61F-FF8420BEB5B6}" type="slidenum">
              <a:rPr kumimoji="1" lang="ja-JP" altLang="en-US" smtClean="0"/>
              <a:t>7</a:t>
            </a:fld>
            <a:endParaRPr kumimoji="1" lang="ja-JP" altLang="en-US"/>
          </a:p>
        </p:txBody>
      </p:sp>
      <p:cxnSp>
        <p:nvCxnSpPr>
          <p:cNvPr id="16" name="直線矢印コネクタ 15">
            <a:extLst>
              <a:ext uri="{FF2B5EF4-FFF2-40B4-BE49-F238E27FC236}">
                <a16:creationId xmlns="" xmlns:a16="http://schemas.microsoft.com/office/drawing/2014/main" id="{89AC2566-CEB3-4405-871C-B95240733403}"/>
              </a:ext>
            </a:extLst>
          </p:cNvPr>
          <p:cNvCxnSpPr>
            <a:cxnSpLocks/>
          </p:cNvCxnSpPr>
          <p:nvPr/>
        </p:nvCxnSpPr>
        <p:spPr>
          <a:xfrm flipH="1" flipV="1">
            <a:off x="6862008" y="2438281"/>
            <a:ext cx="1793483" cy="1791595"/>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7" name="吹き出し: 角を丸めた四角形 14">
            <a:extLst>
              <a:ext uri="{FF2B5EF4-FFF2-40B4-BE49-F238E27FC236}">
                <a16:creationId xmlns="" xmlns:a16="http://schemas.microsoft.com/office/drawing/2014/main" id="{26A8A29A-BC23-4B18-870B-BBCC1847C6E9}"/>
              </a:ext>
            </a:extLst>
          </p:cNvPr>
          <p:cNvSpPr/>
          <p:nvPr/>
        </p:nvSpPr>
        <p:spPr>
          <a:xfrm>
            <a:off x="7058765" y="1452884"/>
            <a:ext cx="1783891" cy="939800"/>
          </a:xfrm>
          <a:prstGeom prst="wedgeRoundRectCallout">
            <a:avLst>
              <a:gd name="adj1" fmla="val -46678"/>
              <a:gd name="adj2" fmla="val 82407"/>
              <a:gd name="adj3" fmla="val 16667"/>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kumimoji="1" lang="ja-JP" altLang="en-US" b="1" dirty="0" smtClean="0">
                <a:solidFill>
                  <a:srgbClr val="0070C0"/>
                </a:solidFill>
                <a:latin typeface="Meiryo UI" pitchFamily="50" charset="-128"/>
                <a:ea typeface="Meiryo UI" pitchFamily="50" charset="-128"/>
              </a:rPr>
              <a:t>②</a:t>
            </a:r>
            <a:r>
              <a:rPr kumimoji="1" lang="ja-JP" altLang="en-US" b="1" dirty="0" smtClean="0">
                <a:solidFill>
                  <a:srgbClr val="0070C0"/>
                </a:solidFill>
                <a:latin typeface="Meiryo UI" pitchFamily="50" charset="-128"/>
                <a:ea typeface="Meiryo UI" pitchFamily="50" charset="-128"/>
              </a:rPr>
              <a:t>防災拠点訓練</a:t>
            </a:r>
            <a:r>
              <a:rPr kumimoji="1" lang="ja-JP" altLang="en-US" b="1" dirty="0" smtClean="0">
                <a:solidFill>
                  <a:srgbClr val="0070C0"/>
                </a:solidFill>
                <a:latin typeface="Meiryo UI" pitchFamily="50" charset="-128"/>
                <a:ea typeface="Meiryo UI" pitchFamily="50" charset="-128"/>
              </a:rPr>
              <a:t>と機材点検の</a:t>
            </a:r>
            <a:r>
              <a:rPr kumimoji="1" lang="ja-JP" altLang="en-US" b="1" dirty="0" smtClean="0">
                <a:solidFill>
                  <a:srgbClr val="FF0000"/>
                </a:solidFill>
                <a:latin typeface="Meiryo UI" pitchFamily="50" charset="-128"/>
                <a:ea typeface="Meiryo UI" pitchFamily="50" charset="-128"/>
              </a:rPr>
              <a:t>日程を連絡</a:t>
            </a:r>
            <a:endParaRPr lang="ja-JP" dirty="0">
              <a:solidFill>
                <a:srgbClr val="FF0000"/>
              </a:solidFill>
              <a:latin typeface="Meiryo UI" pitchFamily="50" charset="-128"/>
              <a:ea typeface="Meiryo UI" pitchFamily="50" charset="-128"/>
            </a:endParaRPr>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84523" y="1971960"/>
            <a:ext cx="1380962" cy="200143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492848" y="2906446"/>
            <a:ext cx="1395045" cy="194011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 name="吹き出し: 角を丸めた四角形 20">
            <a:extLst>
              <a:ext uri="{FF2B5EF4-FFF2-40B4-BE49-F238E27FC236}">
                <a16:creationId xmlns="" xmlns:a16="http://schemas.microsoft.com/office/drawing/2014/main" id="{8B4A4CEE-10A8-4639-A35B-F9736B5986D9}"/>
              </a:ext>
            </a:extLst>
          </p:cNvPr>
          <p:cNvSpPr/>
          <p:nvPr/>
        </p:nvSpPr>
        <p:spPr>
          <a:xfrm>
            <a:off x="164899" y="2906446"/>
            <a:ext cx="2812763" cy="1128410"/>
          </a:xfrm>
          <a:prstGeom prst="wedgeRoundRectCallout">
            <a:avLst>
              <a:gd name="adj1" fmla="val 40133"/>
              <a:gd name="adj2" fmla="val 67385"/>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kumimoji="1" lang="ja-JP" altLang="en-US" dirty="0" smtClean="0">
                <a:solidFill>
                  <a:schemeClr val="tx1"/>
                </a:solidFill>
                <a:latin typeface="Meiryo UI" pitchFamily="50" charset="-128"/>
                <a:ea typeface="Meiryo UI" pitchFamily="50" charset="-128"/>
              </a:rPr>
              <a:t>④</a:t>
            </a:r>
            <a:r>
              <a:rPr kumimoji="1" lang="en-US" altLang="ja-JP" dirty="0" smtClean="0">
                <a:solidFill>
                  <a:schemeClr val="tx1"/>
                </a:solidFill>
                <a:latin typeface="Meiryo UI" pitchFamily="50" charset="-128"/>
                <a:ea typeface="Meiryo UI" pitchFamily="50" charset="-128"/>
              </a:rPr>
              <a:t>YWK</a:t>
            </a:r>
            <a:r>
              <a:rPr kumimoji="1" lang="ja-JP" altLang="en-US" dirty="0" smtClean="0">
                <a:solidFill>
                  <a:schemeClr val="tx1"/>
                </a:solidFill>
                <a:latin typeface="Meiryo UI" pitchFamily="50" charset="-128"/>
                <a:ea typeface="Meiryo UI" pitchFamily="50" charset="-128"/>
              </a:rPr>
              <a:t>事務局から会員に訓練日程を公開。</a:t>
            </a:r>
            <a:endParaRPr kumimoji="1" lang="en-US" altLang="ja-JP" dirty="0" smtClean="0">
              <a:solidFill>
                <a:schemeClr val="tx1"/>
              </a:solidFill>
              <a:latin typeface="Meiryo UI" pitchFamily="50" charset="-128"/>
              <a:ea typeface="Meiryo UI" pitchFamily="50" charset="-128"/>
            </a:endParaRPr>
          </a:p>
          <a:p>
            <a:r>
              <a:rPr lang="ja-JP" altLang="en-US" dirty="0" smtClean="0">
                <a:solidFill>
                  <a:schemeClr val="tx1"/>
                </a:solidFill>
                <a:latin typeface="Meiryo UI" pitchFamily="50" charset="-128"/>
                <a:ea typeface="Meiryo UI" pitchFamily="50" charset="-128"/>
              </a:rPr>
              <a:t>ブロック</a:t>
            </a:r>
            <a:r>
              <a:rPr lang="ja-JP" altLang="en-US" dirty="0">
                <a:solidFill>
                  <a:schemeClr val="tx1"/>
                </a:solidFill>
                <a:latin typeface="Meiryo UI" pitchFamily="50" charset="-128"/>
                <a:ea typeface="Meiryo UI" pitchFamily="50" charset="-128"/>
              </a:rPr>
              <a:t>長</a:t>
            </a:r>
            <a:r>
              <a:rPr lang="ja-JP" altLang="en-US" dirty="0" smtClean="0">
                <a:solidFill>
                  <a:schemeClr val="tx1"/>
                </a:solidFill>
                <a:latin typeface="Meiryo UI" pitchFamily="50" charset="-128"/>
                <a:ea typeface="Meiryo UI" pitchFamily="50" charset="-128"/>
              </a:rPr>
              <a:t>は</a:t>
            </a:r>
            <a:r>
              <a:rPr lang="ja-JP" altLang="en-US" b="1" dirty="0" smtClean="0">
                <a:solidFill>
                  <a:srgbClr val="FF0000"/>
                </a:solidFill>
                <a:latin typeface="Meiryo UI" pitchFamily="50" charset="-128"/>
                <a:ea typeface="Meiryo UI" pitchFamily="50" charset="-128"/>
              </a:rPr>
              <a:t>参加者を募集し、確定する。</a:t>
            </a:r>
            <a:endParaRPr kumimoji="1" lang="ja-JP" altLang="en-US" b="1" dirty="0">
              <a:solidFill>
                <a:srgbClr val="FF0000"/>
              </a:solidFill>
              <a:latin typeface="Meiryo UI" pitchFamily="50" charset="-128"/>
              <a:ea typeface="Meiryo UI" pitchFamily="50" charset="-128"/>
            </a:endParaRPr>
          </a:p>
        </p:txBody>
      </p:sp>
      <p:sp>
        <p:nvSpPr>
          <p:cNvPr id="3" name="テキスト ボックス 2"/>
          <p:cNvSpPr txBox="1"/>
          <p:nvPr/>
        </p:nvSpPr>
        <p:spPr>
          <a:xfrm>
            <a:off x="9046132" y="1669430"/>
            <a:ext cx="2339102" cy="276999"/>
          </a:xfrm>
          <a:prstGeom prst="rect">
            <a:avLst/>
          </a:prstGeom>
          <a:noFill/>
        </p:spPr>
        <p:txBody>
          <a:bodyPr wrap="none" rtlCol="0">
            <a:spAutoFit/>
          </a:bodyPr>
          <a:lstStyle/>
          <a:p>
            <a:r>
              <a:rPr lang="ja-JP" altLang="en-US" sz="1200" dirty="0">
                <a:latin typeface="Meiryo UI" pitchFamily="50" charset="-128"/>
                <a:ea typeface="Meiryo UI" pitchFamily="50" charset="-128"/>
              </a:rPr>
              <a:t>地域防災拠点訓練日程等</a:t>
            </a:r>
            <a:r>
              <a:rPr lang="ja-JP" altLang="ja-JP" sz="1200" dirty="0">
                <a:latin typeface="Meiryo UI" pitchFamily="50" charset="-128"/>
                <a:ea typeface="Meiryo UI" pitchFamily="50" charset="-128"/>
              </a:rPr>
              <a:t>調査票</a:t>
            </a:r>
            <a:endParaRPr kumimoji="1" lang="ja-JP" altLang="en-US" sz="1200" dirty="0"/>
          </a:p>
        </p:txBody>
      </p:sp>
      <p:sp>
        <p:nvSpPr>
          <p:cNvPr id="22" name="テキスト ボックス 21"/>
          <p:cNvSpPr txBox="1"/>
          <p:nvPr/>
        </p:nvSpPr>
        <p:spPr>
          <a:xfrm>
            <a:off x="10492848" y="2464788"/>
            <a:ext cx="1367682" cy="461665"/>
          </a:xfrm>
          <a:prstGeom prst="rect">
            <a:avLst/>
          </a:prstGeom>
          <a:noFill/>
        </p:spPr>
        <p:txBody>
          <a:bodyPr wrap="none" rtlCol="0">
            <a:spAutoFit/>
          </a:bodyPr>
          <a:lstStyle/>
          <a:p>
            <a:pPr algn="ctr"/>
            <a:r>
              <a:rPr lang="ja-JP" altLang="en-US" sz="1200" dirty="0" smtClean="0">
                <a:latin typeface="Meiryo UI" pitchFamily="50" charset="-128"/>
                <a:ea typeface="Meiryo UI" pitchFamily="50" charset="-128"/>
              </a:rPr>
              <a:t>アマチュア無線機器</a:t>
            </a:r>
            <a:endParaRPr lang="en-US" altLang="ja-JP" sz="1200" dirty="0" smtClean="0">
              <a:latin typeface="Meiryo UI" pitchFamily="50" charset="-128"/>
              <a:ea typeface="Meiryo UI" pitchFamily="50" charset="-128"/>
            </a:endParaRPr>
          </a:p>
          <a:p>
            <a:pPr algn="ctr"/>
            <a:r>
              <a:rPr lang="ja-JP" altLang="en-US" sz="1200" dirty="0" smtClean="0">
                <a:latin typeface="Meiryo UI" pitchFamily="50" charset="-128"/>
                <a:ea typeface="Meiryo UI" pitchFamily="50" charset="-128"/>
              </a:rPr>
              <a:t>点検日程</a:t>
            </a:r>
            <a:r>
              <a:rPr lang="ja-JP" altLang="ja-JP" sz="1200" dirty="0" smtClean="0">
                <a:latin typeface="Meiryo UI" pitchFamily="50" charset="-128"/>
                <a:ea typeface="Meiryo UI" pitchFamily="50" charset="-128"/>
              </a:rPr>
              <a:t>調査票</a:t>
            </a:r>
            <a:endParaRPr kumimoji="1" lang="ja-JP" altLang="en-US" sz="1200" dirty="0"/>
          </a:p>
        </p:txBody>
      </p:sp>
    </p:spTree>
    <p:extLst>
      <p:ext uri="{BB962C8B-B14F-4D97-AF65-F5344CB8AC3E}">
        <p14:creationId xmlns:p14="http://schemas.microsoft.com/office/powerpoint/2010/main" val="373176930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 xmlns:a16="http://schemas.microsoft.com/office/drawing/2014/main" id="{96A5AF90-62F3-4BD5-80B4-EA6C162D767A}"/>
              </a:ext>
            </a:extLst>
          </p:cNvPr>
          <p:cNvSpPr>
            <a:spLocks noGrp="1"/>
          </p:cNvSpPr>
          <p:nvPr>
            <p:ph type="title"/>
          </p:nvPr>
        </p:nvSpPr>
        <p:spPr>
          <a:xfrm>
            <a:off x="-1" y="502127"/>
            <a:ext cx="11887200" cy="538982"/>
          </a:xfrm>
        </p:spPr>
        <p:txBody>
          <a:bodyPr>
            <a:noAutofit/>
          </a:bodyPr>
          <a:lstStyle/>
          <a:p>
            <a:pPr algn="ctr"/>
            <a:r>
              <a:rPr lang="ja-JP" altLang="en-US" dirty="0" smtClean="0">
                <a:latin typeface="ＭＳ ゴシック" panose="020B0609070205080204" pitchFamily="49" charset="-128"/>
                <a:ea typeface="ＭＳ ゴシック" panose="020B0609070205080204" pitchFamily="49" charset="-128"/>
              </a:rPr>
              <a:t>非常通信訓練、機材点検実施までの手順</a:t>
            </a:r>
            <a:endParaRPr lang="ja-JP" altLang="en-US" dirty="0">
              <a:latin typeface="ＭＳ ゴシック" panose="020B0609070205080204" pitchFamily="49" charset="-128"/>
              <a:ea typeface="ＭＳ ゴシック" panose="020B0609070205080204" pitchFamily="49" charset="-128"/>
            </a:endParaRPr>
          </a:p>
        </p:txBody>
      </p:sp>
      <p:sp>
        <p:nvSpPr>
          <p:cNvPr id="6" name="スライド番号プレースホルダー 5"/>
          <p:cNvSpPr>
            <a:spLocks noGrp="1"/>
          </p:cNvSpPr>
          <p:nvPr>
            <p:ph type="sldNum" sz="quarter" idx="12"/>
          </p:nvPr>
        </p:nvSpPr>
        <p:spPr/>
        <p:txBody>
          <a:bodyPr/>
          <a:lstStyle/>
          <a:p>
            <a:fld id="{B5082A37-547C-4C2F-B61F-FF8420BEB5B6}" type="slidenum">
              <a:rPr kumimoji="1" lang="ja-JP" altLang="en-US" smtClean="0"/>
              <a:t>8</a:t>
            </a:fld>
            <a:endParaRPr kumimoji="1" lang="ja-JP" altLang="en-US"/>
          </a:p>
        </p:txBody>
      </p:sp>
      <p:sp>
        <p:nvSpPr>
          <p:cNvPr id="19" name="コンテンツ プレースホルダー 2">
            <a:extLst>
              <a:ext uri="{FF2B5EF4-FFF2-40B4-BE49-F238E27FC236}">
                <a16:creationId xmlns="" xmlns:a16="http://schemas.microsoft.com/office/drawing/2014/main" id="{CB31866D-1621-4EC2-93B5-CF4C2AA3AE0C}"/>
              </a:ext>
            </a:extLst>
          </p:cNvPr>
          <p:cNvSpPr txBox="1">
            <a:spLocks/>
          </p:cNvSpPr>
          <p:nvPr/>
        </p:nvSpPr>
        <p:spPr>
          <a:xfrm>
            <a:off x="437536" y="1242646"/>
            <a:ext cx="11449663" cy="509953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eiryo UI" pitchFamily="50" charset="-128"/>
                <a:ea typeface="Meiryo UI" pitchFamily="50" charset="-128"/>
              </a:rPr>
              <a:t>　私たち</a:t>
            </a:r>
            <a:r>
              <a:rPr lang="en-US" altLang="ja-JP" sz="1800" dirty="0">
                <a:latin typeface="Meiryo UI" pitchFamily="50" charset="-128"/>
                <a:ea typeface="Meiryo UI" pitchFamily="50" charset="-128"/>
              </a:rPr>
              <a:t>YWK</a:t>
            </a:r>
            <a:r>
              <a:rPr lang="ja-JP" altLang="ja-JP" sz="1800" dirty="0">
                <a:latin typeface="Meiryo UI" pitchFamily="50" charset="-128"/>
                <a:ea typeface="Meiryo UI" pitchFamily="50" charset="-128"/>
              </a:rPr>
              <a:t>の訓練活動、機材点検活動および発災時の非常通信活動は、すべて区役所からの要請に基づくものであり、そのように協定書に記載されております。ですから、原則、区役所からの要請がない限り活動はできません。区役所から</a:t>
            </a:r>
            <a:r>
              <a:rPr lang="en-US" altLang="ja-JP" sz="1800" dirty="0">
                <a:latin typeface="Meiryo UI" pitchFamily="50" charset="-128"/>
                <a:ea typeface="Meiryo UI" pitchFamily="50" charset="-128"/>
              </a:rPr>
              <a:t>YWK</a:t>
            </a:r>
            <a:r>
              <a:rPr lang="ja-JP" altLang="ja-JP" sz="1800" dirty="0">
                <a:latin typeface="Meiryo UI" pitchFamily="50" charset="-128"/>
                <a:ea typeface="Meiryo UI" pitchFamily="50" charset="-128"/>
              </a:rPr>
              <a:t>に訓練要請が出るまでは、以下の手順を踏んでいます</a:t>
            </a:r>
            <a:r>
              <a:rPr lang="ja-JP" altLang="ja-JP" sz="1800" dirty="0" smtClean="0">
                <a:latin typeface="Meiryo UI" pitchFamily="50" charset="-128"/>
                <a:ea typeface="Meiryo UI" pitchFamily="50" charset="-128"/>
              </a:rPr>
              <a:t>。</a:t>
            </a:r>
            <a:endParaRPr lang="en-US" altLang="ja-JP" sz="1800" dirty="0" smtClean="0">
              <a:latin typeface="Meiryo UI" pitchFamily="50" charset="-128"/>
              <a:ea typeface="Meiryo UI" pitchFamily="50" charset="-128"/>
            </a:endParaRPr>
          </a:p>
          <a:p>
            <a:endParaRPr lang="ja-JP" altLang="ja-JP" sz="1800" dirty="0">
              <a:latin typeface="Meiryo UI" pitchFamily="50" charset="-128"/>
              <a:ea typeface="Meiryo UI" pitchFamily="50" charset="-128"/>
            </a:endParaRPr>
          </a:p>
          <a:p>
            <a:pPr marL="342900" indent="-342900">
              <a:buFont typeface="+mj-ea"/>
              <a:buAutoNum type="circleNumDbPlain"/>
            </a:pPr>
            <a:r>
              <a:rPr lang="ja-JP" altLang="ja-JP" sz="1800" dirty="0" smtClean="0">
                <a:latin typeface="Meiryo UI" pitchFamily="50" charset="-128"/>
                <a:ea typeface="Meiryo UI" pitchFamily="50" charset="-128"/>
              </a:rPr>
              <a:t>まず</a:t>
            </a:r>
            <a:r>
              <a:rPr lang="ja-JP" altLang="en-US" sz="1800" dirty="0" smtClean="0">
                <a:latin typeface="Meiryo UI" pitchFamily="50" charset="-128"/>
                <a:ea typeface="Meiryo UI" pitchFamily="50" charset="-128"/>
              </a:rPr>
              <a:t>旭区役所は、「旭区地域防災拠点運営委員会連絡協議会総会」において、</a:t>
            </a:r>
            <a:r>
              <a:rPr lang="ja-JP" altLang="ja-JP" sz="1800" dirty="0" smtClean="0">
                <a:latin typeface="Meiryo UI" pitchFamily="50" charset="-128"/>
                <a:ea typeface="Meiryo UI" pitchFamily="50" charset="-128"/>
              </a:rPr>
              <a:t>各拠点</a:t>
            </a:r>
            <a:r>
              <a:rPr lang="ja-JP" altLang="ja-JP" sz="1800" dirty="0">
                <a:latin typeface="Meiryo UI" pitchFamily="50" charset="-128"/>
                <a:ea typeface="Meiryo UI" pitchFamily="50" charset="-128"/>
              </a:rPr>
              <a:t>運営</a:t>
            </a:r>
            <a:r>
              <a:rPr lang="ja-JP" altLang="ja-JP" sz="1800" dirty="0" smtClean="0">
                <a:latin typeface="Meiryo UI" pitchFamily="50" charset="-128"/>
                <a:ea typeface="Meiryo UI" pitchFamily="50" charset="-128"/>
              </a:rPr>
              <a:t>委員長</a:t>
            </a:r>
            <a:r>
              <a:rPr lang="ja-JP" altLang="en-US" sz="1800" dirty="0">
                <a:latin typeface="Meiryo UI" pitchFamily="50" charset="-128"/>
                <a:ea typeface="Meiryo UI" pitchFamily="50" charset="-128"/>
              </a:rPr>
              <a:t>に地域防災拠点訓練</a:t>
            </a:r>
            <a:r>
              <a:rPr lang="ja-JP" altLang="en-US" sz="1800" dirty="0">
                <a:latin typeface="Meiryo UI" pitchFamily="50" charset="-128"/>
                <a:ea typeface="Meiryo UI" pitchFamily="50" charset="-128"/>
              </a:rPr>
              <a:t>（アマチュア無線による非常通信等を含む）</a:t>
            </a:r>
            <a:r>
              <a:rPr lang="ja-JP" altLang="ja-JP" sz="1800" dirty="0" smtClean="0">
                <a:latin typeface="Meiryo UI" pitchFamily="50" charset="-128"/>
                <a:ea typeface="Meiryo UI" pitchFamily="50" charset="-128"/>
              </a:rPr>
              <a:t>及び</a:t>
            </a:r>
            <a:r>
              <a:rPr lang="ja-JP" altLang="ja-JP" sz="1800" dirty="0">
                <a:latin typeface="Meiryo UI" pitchFamily="50" charset="-128"/>
                <a:ea typeface="Meiryo UI" pitchFamily="50" charset="-128"/>
              </a:rPr>
              <a:t>無線機材点検を要請します。</a:t>
            </a:r>
          </a:p>
          <a:p>
            <a:pPr marL="342900" indent="-342900">
              <a:buFont typeface="+mj-ea"/>
              <a:buAutoNum type="circleNumDbPlain"/>
            </a:pPr>
            <a:r>
              <a:rPr lang="ja-JP" altLang="ja-JP" sz="1800" dirty="0">
                <a:latin typeface="Meiryo UI" pitchFamily="50" charset="-128"/>
                <a:ea typeface="Meiryo UI" pitchFamily="50" charset="-128"/>
              </a:rPr>
              <a:t>各拠点運営委員長は</a:t>
            </a:r>
            <a:r>
              <a:rPr lang="ja-JP" altLang="ja-JP" sz="1800" dirty="0" smtClean="0">
                <a:latin typeface="Meiryo UI" pitchFamily="50" charset="-128"/>
                <a:ea typeface="Meiryo UI" pitchFamily="50" charset="-128"/>
              </a:rPr>
              <a:t>、</a:t>
            </a:r>
            <a:r>
              <a:rPr lang="ja-JP" altLang="en-US" sz="1800" dirty="0" smtClean="0">
                <a:latin typeface="Meiryo UI" pitchFamily="50" charset="-128"/>
                <a:ea typeface="Meiryo UI" pitchFamily="50" charset="-128"/>
              </a:rPr>
              <a:t>地域防災拠点訓練日程等</a:t>
            </a:r>
            <a:r>
              <a:rPr lang="ja-JP" altLang="ja-JP" sz="1800" dirty="0" smtClean="0">
                <a:latin typeface="Meiryo UI" pitchFamily="50" charset="-128"/>
                <a:ea typeface="Meiryo UI" pitchFamily="50" charset="-128"/>
              </a:rPr>
              <a:t>調査票</a:t>
            </a:r>
            <a:r>
              <a:rPr lang="ja-JP" altLang="en-US" sz="1800" dirty="0">
                <a:latin typeface="Meiryo UI" pitchFamily="50" charset="-128"/>
                <a:ea typeface="Meiryo UI" pitchFamily="50" charset="-128"/>
              </a:rPr>
              <a:t>及びアマチュア無線</a:t>
            </a:r>
            <a:r>
              <a:rPr lang="ja-JP" altLang="en-US" sz="1800" dirty="0" smtClean="0">
                <a:latin typeface="Meiryo UI" pitchFamily="50" charset="-128"/>
                <a:ea typeface="Meiryo UI" pitchFamily="50" charset="-128"/>
              </a:rPr>
              <a:t>機器点検</a:t>
            </a:r>
            <a:r>
              <a:rPr lang="ja-JP" altLang="en-US" sz="1800" dirty="0">
                <a:latin typeface="Meiryo UI" pitchFamily="50" charset="-128"/>
                <a:ea typeface="Meiryo UI" pitchFamily="50" charset="-128"/>
              </a:rPr>
              <a:t>日程</a:t>
            </a:r>
            <a:r>
              <a:rPr lang="ja-JP" altLang="en-US" sz="1800" dirty="0" smtClean="0">
                <a:latin typeface="Meiryo UI" pitchFamily="50" charset="-128"/>
                <a:ea typeface="Meiryo UI" pitchFamily="50" charset="-128"/>
              </a:rPr>
              <a:t>調査票</a:t>
            </a:r>
            <a:r>
              <a:rPr lang="ja-JP" altLang="ja-JP" sz="1800" dirty="0" smtClean="0">
                <a:latin typeface="Meiryo UI" pitchFamily="50" charset="-128"/>
                <a:ea typeface="Meiryo UI" pitchFamily="50" charset="-128"/>
              </a:rPr>
              <a:t>を</a:t>
            </a:r>
            <a:r>
              <a:rPr lang="ja-JP" altLang="ja-JP" sz="1800" dirty="0">
                <a:latin typeface="Meiryo UI" pitchFamily="50" charset="-128"/>
                <a:ea typeface="Meiryo UI" pitchFamily="50" charset="-128"/>
              </a:rPr>
              <a:t>区役所に提出することで、アマチュア無線による非常通信訓練及び無線</a:t>
            </a:r>
            <a:r>
              <a:rPr lang="ja-JP" altLang="ja-JP" sz="1800" dirty="0" smtClean="0">
                <a:latin typeface="Meiryo UI" pitchFamily="50" charset="-128"/>
                <a:ea typeface="Meiryo UI" pitchFamily="50" charset="-128"/>
              </a:rPr>
              <a:t>機材点検</a:t>
            </a:r>
            <a:r>
              <a:rPr lang="ja-JP" altLang="en-US" sz="1800" dirty="0" smtClean="0">
                <a:latin typeface="Meiryo UI" pitchFamily="50" charset="-128"/>
                <a:ea typeface="Meiryo UI" pitchFamily="50" charset="-128"/>
              </a:rPr>
              <a:t>の実施日程を連絡します。</a:t>
            </a:r>
            <a:endParaRPr lang="en-US" altLang="ja-JP" sz="1800" dirty="0" smtClean="0">
              <a:latin typeface="Meiryo UI" pitchFamily="50" charset="-128"/>
              <a:ea typeface="Meiryo UI" pitchFamily="50" charset="-128"/>
            </a:endParaRPr>
          </a:p>
          <a:p>
            <a:pPr marL="342900" indent="-342900">
              <a:buFont typeface="+mj-ea"/>
              <a:buAutoNum type="circleNumDbPlain"/>
            </a:pPr>
            <a:r>
              <a:rPr lang="ja-JP" altLang="ja-JP" sz="1800" dirty="0" smtClean="0">
                <a:latin typeface="Meiryo UI" pitchFamily="50" charset="-128"/>
                <a:ea typeface="Meiryo UI" pitchFamily="50" charset="-128"/>
              </a:rPr>
              <a:t>区</a:t>
            </a:r>
            <a:r>
              <a:rPr lang="ja-JP" altLang="ja-JP" sz="1800" dirty="0">
                <a:latin typeface="Meiryo UI" pitchFamily="50" charset="-128"/>
                <a:ea typeface="Meiryo UI" pitchFamily="50" charset="-128"/>
              </a:rPr>
              <a:t>役所は、この調査票に従い、訓練実施計画をまとめます。　また、区役所第一統制局または第二統制局のどちらを運用するかを判断します</a:t>
            </a:r>
            <a:r>
              <a:rPr lang="ja-JP" altLang="ja-JP" sz="1800" dirty="0" smtClean="0">
                <a:latin typeface="Meiryo UI" pitchFamily="50" charset="-128"/>
                <a:ea typeface="Meiryo UI" pitchFamily="50" charset="-128"/>
              </a:rPr>
              <a:t>。</a:t>
            </a:r>
            <a:r>
              <a:rPr lang="ja-JP" altLang="en-US" sz="1800" dirty="0" smtClean="0">
                <a:latin typeface="Meiryo UI" pitchFamily="50" charset="-128"/>
                <a:ea typeface="Meiryo UI" pitchFamily="50" charset="-128"/>
              </a:rPr>
              <a:t>この</a:t>
            </a:r>
            <a:r>
              <a:rPr lang="ja-JP" altLang="ja-JP" sz="1800" dirty="0" smtClean="0">
                <a:latin typeface="Meiryo UI" pitchFamily="50" charset="-128"/>
                <a:ea typeface="Meiryo UI" pitchFamily="50" charset="-128"/>
              </a:rPr>
              <a:t>計画</a:t>
            </a:r>
            <a:r>
              <a:rPr lang="ja-JP" altLang="ja-JP" sz="1800" dirty="0">
                <a:latin typeface="Meiryo UI" pitchFamily="50" charset="-128"/>
                <a:ea typeface="Meiryo UI" pitchFamily="50" charset="-128"/>
              </a:rPr>
              <a:t>に基づき、</a:t>
            </a:r>
            <a:r>
              <a:rPr lang="en-US" altLang="ja-JP" sz="1800" dirty="0">
                <a:latin typeface="Meiryo UI" pitchFamily="50" charset="-128"/>
                <a:ea typeface="Meiryo UI" pitchFamily="50" charset="-128"/>
              </a:rPr>
              <a:t>YWK</a:t>
            </a:r>
            <a:r>
              <a:rPr lang="ja-JP" altLang="ja-JP" sz="1800" dirty="0">
                <a:latin typeface="Meiryo UI" pitchFamily="50" charset="-128"/>
                <a:ea typeface="Meiryo UI" pitchFamily="50" charset="-128"/>
              </a:rPr>
              <a:t>に訓練実施要請を出します。</a:t>
            </a:r>
          </a:p>
          <a:p>
            <a:pPr marL="342900" indent="-342900">
              <a:buFont typeface="+mj-ea"/>
              <a:buAutoNum type="circleNumDbPlain"/>
            </a:pPr>
            <a:r>
              <a:rPr lang="ja-JP" altLang="en-US" sz="1800" dirty="0" smtClean="0">
                <a:latin typeface="Meiryo UI" pitchFamily="50" charset="-128"/>
                <a:ea typeface="Meiryo UI" pitchFamily="50" charset="-128"/>
              </a:rPr>
              <a:t>旭区から</a:t>
            </a:r>
            <a:r>
              <a:rPr lang="ja-JP" altLang="ja-JP" sz="1800" dirty="0" smtClean="0">
                <a:latin typeface="Meiryo UI" pitchFamily="50" charset="-128"/>
                <a:ea typeface="Meiryo UI" pitchFamily="50" charset="-128"/>
              </a:rPr>
              <a:t>の</a:t>
            </a:r>
            <a:r>
              <a:rPr lang="ja-JP" altLang="ja-JP" sz="1800" dirty="0">
                <a:latin typeface="Meiryo UI" pitchFamily="50" charset="-128"/>
                <a:ea typeface="Meiryo UI" pitchFamily="50" charset="-128"/>
              </a:rPr>
              <a:t>要請に基づき、</a:t>
            </a:r>
            <a:r>
              <a:rPr lang="en-US" altLang="ja-JP" sz="1800" dirty="0">
                <a:latin typeface="Meiryo UI" pitchFamily="50" charset="-128"/>
                <a:ea typeface="Meiryo UI" pitchFamily="50" charset="-128"/>
              </a:rPr>
              <a:t>YWK</a:t>
            </a:r>
            <a:r>
              <a:rPr lang="ja-JP" altLang="ja-JP" sz="1800" dirty="0">
                <a:latin typeface="Meiryo UI" pitchFamily="50" charset="-128"/>
                <a:ea typeface="Meiryo UI" pitchFamily="50" charset="-128"/>
              </a:rPr>
              <a:t>事務局から訓練計画を</a:t>
            </a:r>
            <a:r>
              <a:rPr lang="en-US" altLang="ja-JP" sz="1800" dirty="0">
                <a:latin typeface="Meiryo UI" pitchFamily="50" charset="-128"/>
                <a:ea typeface="Meiryo UI" pitchFamily="50" charset="-128"/>
              </a:rPr>
              <a:t>YWK</a:t>
            </a:r>
            <a:r>
              <a:rPr lang="ja-JP" altLang="ja-JP" sz="1800" dirty="0">
                <a:latin typeface="Meiryo UI" pitchFamily="50" charset="-128"/>
                <a:ea typeface="Meiryo UI" pitchFamily="50" charset="-128"/>
              </a:rPr>
              <a:t>会員に公表します。以下の</a:t>
            </a:r>
            <a:r>
              <a:rPr lang="en-US" altLang="ja-JP" sz="1800" dirty="0">
                <a:latin typeface="Meiryo UI" pitchFamily="50" charset="-128"/>
                <a:ea typeface="Meiryo UI" pitchFamily="50" charset="-128"/>
              </a:rPr>
              <a:t>URL</a:t>
            </a:r>
            <a:r>
              <a:rPr lang="ja-JP" altLang="ja-JP" sz="1800" dirty="0">
                <a:latin typeface="Meiryo UI" pitchFamily="50" charset="-128"/>
                <a:ea typeface="Meiryo UI" pitchFamily="50" charset="-128"/>
              </a:rPr>
              <a:t>で閲覧できます。この内容は、随時更新されます。</a:t>
            </a:r>
            <a:r>
              <a:rPr lang="en-US" altLang="ja-JP" sz="1800" dirty="0">
                <a:latin typeface="Meiryo UI" pitchFamily="50" charset="-128"/>
                <a:ea typeface="Meiryo UI" pitchFamily="50" charset="-128"/>
              </a:rPr>
              <a:t/>
            </a:r>
            <a:br>
              <a:rPr lang="en-US" altLang="ja-JP" sz="1800" dirty="0">
                <a:latin typeface="Meiryo UI" pitchFamily="50" charset="-128"/>
                <a:ea typeface="Meiryo UI" pitchFamily="50" charset="-128"/>
              </a:rPr>
            </a:br>
            <a:r>
              <a:rPr lang="en-US" altLang="ja-JP" sz="1800" dirty="0">
                <a:latin typeface="Meiryo UI" pitchFamily="50" charset="-128"/>
                <a:ea typeface="Meiryo UI" pitchFamily="50" charset="-128"/>
                <a:hlinkClick r:id="rId2"/>
              </a:rPr>
              <a:t>https://</a:t>
            </a:r>
            <a:r>
              <a:rPr lang="en-US" altLang="ja-JP" sz="1800" dirty="0" smtClean="0">
                <a:latin typeface="Meiryo UI" pitchFamily="50" charset="-128"/>
                <a:ea typeface="Meiryo UI" pitchFamily="50" charset="-128"/>
                <a:hlinkClick r:id="rId2"/>
              </a:rPr>
              <a:t>docs.google.com/spreadsheets/d/1u_lpTwHTU-qJFcciMoDX_9iWHi8eQB6qj6m2SFmnqXA/edit#gid=1812725165</a:t>
            </a:r>
            <a:r>
              <a:rPr lang="en-US" altLang="ja-JP" sz="1800" dirty="0">
                <a:latin typeface="Meiryo UI" pitchFamily="50" charset="-128"/>
                <a:ea typeface="Meiryo UI" pitchFamily="50" charset="-128"/>
              </a:rPr>
              <a:t/>
            </a:r>
            <a:br>
              <a:rPr lang="en-US" altLang="ja-JP" sz="1800" dirty="0">
                <a:latin typeface="Meiryo UI" pitchFamily="50" charset="-128"/>
                <a:ea typeface="Meiryo UI" pitchFamily="50" charset="-128"/>
              </a:rPr>
            </a:br>
            <a:r>
              <a:rPr lang="en-US" altLang="ja-JP" sz="1800" dirty="0" smtClean="0">
                <a:latin typeface="Meiryo UI" pitchFamily="50" charset="-128"/>
                <a:ea typeface="Meiryo UI" pitchFamily="50" charset="-128"/>
              </a:rPr>
              <a:t>YWK</a:t>
            </a:r>
            <a:r>
              <a:rPr lang="ja-JP" altLang="ja-JP" sz="1800" dirty="0">
                <a:latin typeface="Meiryo UI" pitchFamily="50" charset="-128"/>
                <a:ea typeface="Meiryo UI" pitchFamily="50" charset="-128"/>
              </a:rPr>
              <a:t>各ブロック長は、訓練計画に基づき、拠点参加者、および統制局運用者を募集して決定します。</a:t>
            </a:r>
          </a:p>
          <a:p>
            <a:pPr marL="342900" indent="-342900">
              <a:buFont typeface="+mj-ea"/>
              <a:buAutoNum type="circleNumDbPlain"/>
            </a:pPr>
            <a:r>
              <a:rPr lang="ja-JP" altLang="ja-JP" sz="1800" dirty="0" smtClean="0">
                <a:latin typeface="Meiryo UI" pitchFamily="50" charset="-128"/>
                <a:ea typeface="Meiryo UI" pitchFamily="50" charset="-128"/>
              </a:rPr>
              <a:t>訓練</a:t>
            </a:r>
            <a:r>
              <a:rPr lang="ja-JP" altLang="ja-JP" sz="1800" dirty="0">
                <a:latin typeface="Meiryo UI" pitchFamily="50" charset="-128"/>
                <a:ea typeface="Meiryo UI" pitchFamily="50" charset="-128"/>
              </a:rPr>
              <a:t>実施後は、訓練報告書、機材点検報告書を作成してブロック長経由で事務局に提出します</a:t>
            </a:r>
            <a:r>
              <a:rPr lang="ja-JP" altLang="ja-JP" sz="1800" dirty="0" smtClean="0">
                <a:latin typeface="Meiryo UI" pitchFamily="50" charset="-128"/>
                <a:ea typeface="Meiryo UI" pitchFamily="50" charset="-128"/>
              </a:rPr>
              <a:t>。</a:t>
            </a:r>
            <a:r>
              <a:rPr lang="en-US" altLang="ja-JP" sz="1800" dirty="0" smtClean="0">
                <a:latin typeface="Meiryo UI" pitchFamily="50" charset="-128"/>
                <a:ea typeface="Meiryo UI" pitchFamily="50" charset="-128"/>
              </a:rPr>
              <a:t/>
            </a:r>
            <a:br>
              <a:rPr lang="en-US" altLang="ja-JP" sz="1800" dirty="0" smtClean="0">
                <a:latin typeface="Meiryo UI" pitchFamily="50" charset="-128"/>
                <a:ea typeface="Meiryo UI" pitchFamily="50" charset="-128"/>
              </a:rPr>
            </a:br>
            <a:r>
              <a:rPr lang="ja-JP" altLang="en-US" sz="1800" dirty="0" smtClean="0">
                <a:latin typeface="Meiryo UI" pitchFamily="50" charset="-128"/>
                <a:ea typeface="Meiryo UI" pitchFamily="50" charset="-128"/>
              </a:rPr>
              <a:t>書式は</a:t>
            </a:r>
            <a:r>
              <a:rPr lang="en-US" altLang="ja-JP" sz="1800" dirty="0" smtClean="0">
                <a:latin typeface="Meiryo UI" pitchFamily="50" charset="-128"/>
                <a:ea typeface="Meiryo UI" pitchFamily="50" charset="-128"/>
              </a:rPr>
              <a:t>YWK</a:t>
            </a:r>
            <a:r>
              <a:rPr lang="ja-JP" altLang="en-US" sz="1800" dirty="0" smtClean="0">
                <a:latin typeface="Meiryo UI" pitchFamily="50" charset="-128"/>
                <a:ea typeface="Meiryo UI" pitchFamily="50" charset="-128"/>
              </a:rPr>
              <a:t>ホームページにあります。</a:t>
            </a:r>
            <a:endParaRPr lang="ja-JP" altLang="ja-JP" sz="1800" dirty="0">
              <a:latin typeface="Meiryo UI" pitchFamily="50" charset="-128"/>
              <a:ea typeface="Meiryo UI" pitchFamily="50" charset="-128"/>
            </a:endParaRPr>
          </a:p>
          <a:p>
            <a:pPr lvl="2">
              <a:buFont typeface="+mj-ea"/>
              <a:buAutoNum type="circleNumDbPlain"/>
            </a:pPr>
            <a:endParaRPr lang="ja-JP" sz="1800" dirty="0">
              <a:solidFill>
                <a:srgbClr val="000000"/>
              </a:solidFill>
              <a:latin typeface="Meiryo UI" pitchFamily="50" charset="-128"/>
              <a:ea typeface="Meiryo UI" pitchFamily="50" charset="-128"/>
            </a:endParaRPr>
          </a:p>
          <a:p>
            <a:endParaRPr lang="ja-JP" altLang="en-US" sz="1800" b="1" dirty="0">
              <a:latin typeface="Meiryo UI" pitchFamily="50" charset="-128"/>
              <a:ea typeface="Meiryo UI" pitchFamily="50" charset="-128"/>
            </a:endParaRPr>
          </a:p>
        </p:txBody>
      </p:sp>
    </p:spTree>
    <p:extLst>
      <p:ext uri="{BB962C8B-B14F-4D97-AF65-F5344CB8AC3E}">
        <p14:creationId xmlns:p14="http://schemas.microsoft.com/office/powerpoint/2010/main" val="42595235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907" y="983175"/>
            <a:ext cx="11627274" cy="494034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タイトル 1">
            <a:extLst>
              <a:ext uri="{FF2B5EF4-FFF2-40B4-BE49-F238E27FC236}">
                <a16:creationId xmlns="" xmlns:a16="http://schemas.microsoft.com/office/drawing/2014/main" id="{96A5AF90-62F3-4BD5-80B4-EA6C162D767A}"/>
              </a:ext>
            </a:extLst>
          </p:cNvPr>
          <p:cNvSpPr>
            <a:spLocks noGrp="1"/>
          </p:cNvSpPr>
          <p:nvPr>
            <p:ph type="title"/>
          </p:nvPr>
        </p:nvSpPr>
        <p:spPr>
          <a:xfrm>
            <a:off x="-2019" y="338005"/>
            <a:ext cx="11887200" cy="538982"/>
          </a:xfrm>
        </p:spPr>
        <p:txBody>
          <a:bodyPr>
            <a:noAutofit/>
          </a:bodyPr>
          <a:lstStyle/>
          <a:p>
            <a:pPr algn="ctr"/>
            <a:r>
              <a:rPr lang="en-US" altLang="ja-JP" dirty="0" smtClean="0">
                <a:latin typeface="ＭＳ ゴシック" panose="020B0609070205080204" pitchFamily="49" charset="-128"/>
                <a:ea typeface="ＭＳ ゴシック" panose="020B0609070205080204" pitchFamily="49" charset="-128"/>
              </a:rPr>
              <a:t>YWK</a:t>
            </a:r>
            <a:r>
              <a:rPr lang="ja-JP" altLang="en-US" dirty="0" smtClean="0">
                <a:latin typeface="ＭＳ ゴシック" panose="020B0609070205080204" pitchFamily="49" charset="-128"/>
                <a:ea typeface="ＭＳ ゴシック" panose="020B0609070205080204" pitchFamily="49" charset="-128"/>
              </a:rPr>
              <a:t>の訓練予定表（全会員に公開）</a:t>
            </a:r>
            <a:endParaRPr lang="ja-JP" altLang="en-US" dirty="0">
              <a:latin typeface="ＭＳ ゴシック" panose="020B0609070205080204" pitchFamily="49" charset="-128"/>
              <a:ea typeface="ＭＳ ゴシック" panose="020B0609070205080204" pitchFamily="49" charset="-128"/>
            </a:endParaRPr>
          </a:p>
        </p:txBody>
      </p:sp>
      <p:sp>
        <p:nvSpPr>
          <p:cNvPr id="6" name="スライド番号プレースホルダー 5"/>
          <p:cNvSpPr>
            <a:spLocks noGrp="1"/>
          </p:cNvSpPr>
          <p:nvPr>
            <p:ph type="sldNum" sz="quarter" idx="12"/>
          </p:nvPr>
        </p:nvSpPr>
        <p:spPr/>
        <p:txBody>
          <a:bodyPr/>
          <a:lstStyle/>
          <a:p>
            <a:fld id="{B5082A37-547C-4C2F-B61F-FF8420BEB5B6}" type="slidenum">
              <a:rPr kumimoji="1" lang="ja-JP" altLang="en-US" smtClean="0"/>
              <a:t>9</a:t>
            </a:fld>
            <a:endParaRPr kumimoji="1" lang="ja-JP" altLang="en-US"/>
          </a:p>
        </p:txBody>
      </p:sp>
      <p:sp>
        <p:nvSpPr>
          <p:cNvPr id="3" name="テキスト ボックス 2"/>
          <p:cNvSpPr txBox="1"/>
          <p:nvPr/>
        </p:nvSpPr>
        <p:spPr>
          <a:xfrm>
            <a:off x="257907" y="6039562"/>
            <a:ext cx="8356327" cy="276999"/>
          </a:xfrm>
          <a:prstGeom prst="rect">
            <a:avLst/>
          </a:prstGeom>
          <a:noFill/>
        </p:spPr>
        <p:txBody>
          <a:bodyPr wrap="none" rtlCol="0">
            <a:spAutoFit/>
          </a:bodyPr>
          <a:lstStyle/>
          <a:p>
            <a:r>
              <a:rPr lang="en-US" altLang="ja-JP" sz="1200" dirty="0">
                <a:latin typeface="Arial" pitchFamily="34" charset="0"/>
                <a:cs typeface="Arial" pitchFamily="34" charset="0"/>
              </a:rPr>
              <a:t>https://docs.google.com/spreadsheets/d/1u_lpTwHTU-qJFcciMoDX_9iWHi8eQB6qj6m2SFmnqXA/edit#gid=1812725165</a:t>
            </a:r>
            <a:endParaRPr kumimoji="1" lang="ja-JP" altLang="en-US" sz="1200" dirty="0">
              <a:latin typeface="Arial" pitchFamily="34" charset="0"/>
              <a:cs typeface="Arial" pitchFamily="34" charset="0"/>
            </a:endParaRPr>
          </a:p>
        </p:txBody>
      </p:sp>
    </p:spTree>
    <p:extLst>
      <p:ext uri="{BB962C8B-B14F-4D97-AF65-F5344CB8AC3E}">
        <p14:creationId xmlns:p14="http://schemas.microsoft.com/office/powerpoint/2010/main" val="27348407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 xmlns:a16="http://schemas.microsoft.com/office/drawing/2014/main" id="{96A5AF90-62F3-4BD5-80B4-EA6C162D767A}"/>
              </a:ext>
            </a:extLst>
          </p:cNvPr>
          <p:cNvSpPr>
            <a:spLocks noGrp="1"/>
          </p:cNvSpPr>
          <p:nvPr>
            <p:ph type="title"/>
          </p:nvPr>
        </p:nvSpPr>
        <p:spPr>
          <a:xfrm>
            <a:off x="0" y="677974"/>
            <a:ext cx="11887200" cy="538982"/>
          </a:xfrm>
        </p:spPr>
        <p:txBody>
          <a:bodyPr>
            <a:noAutofit/>
          </a:bodyPr>
          <a:lstStyle/>
          <a:p>
            <a:pPr algn="ctr"/>
            <a:r>
              <a:rPr lang="ja-JP" altLang="en-US" dirty="0" smtClean="0">
                <a:latin typeface="ＭＳ ゴシック" panose="020B0609070205080204" pitchFamily="49" charset="-128"/>
                <a:ea typeface="ＭＳ ゴシック" panose="020B0609070205080204" pitchFamily="49" charset="-128"/>
              </a:rPr>
              <a:t>拠点の無線班（情報班）と</a:t>
            </a:r>
            <a:r>
              <a:rPr lang="en-US" altLang="ja-JP" dirty="0" smtClean="0">
                <a:latin typeface="ＭＳ ゴシック" panose="020B0609070205080204" pitchFamily="49" charset="-128"/>
                <a:ea typeface="ＭＳ ゴシック" panose="020B0609070205080204" pitchFamily="49" charset="-128"/>
              </a:rPr>
              <a:t>YWK</a:t>
            </a:r>
            <a:r>
              <a:rPr lang="ja-JP" altLang="en-US" dirty="0" smtClean="0">
                <a:latin typeface="ＭＳ ゴシック" panose="020B0609070205080204" pitchFamily="49" charset="-128"/>
                <a:ea typeface="ＭＳ ゴシック" panose="020B0609070205080204" pitchFamily="49" charset="-128"/>
              </a:rPr>
              <a:t>との関係</a:t>
            </a:r>
            <a:endParaRPr lang="ja-JP" altLang="en-US" dirty="0">
              <a:latin typeface="ＭＳ ゴシック" panose="020B0609070205080204" pitchFamily="49" charset="-128"/>
              <a:ea typeface="ＭＳ ゴシック" panose="020B0609070205080204" pitchFamily="49" charset="-128"/>
            </a:endParaRPr>
          </a:p>
        </p:txBody>
      </p:sp>
      <p:grpSp>
        <p:nvGrpSpPr>
          <p:cNvPr id="8" name="グループ化 7"/>
          <p:cNvGrpSpPr/>
          <p:nvPr/>
        </p:nvGrpSpPr>
        <p:grpSpPr>
          <a:xfrm>
            <a:off x="5608646" y="1508665"/>
            <a:ext cx="2319866" cy="2617438"/>
            <a:chOff x="5247405" y="1524988"/>
            <a:chExt cx="2319866" cy="2617438"/>
          </a:xfrm>
        </p:grpSpPr>
        <p:sp>
          <p:nvSpPr>
            <p:cNvPr id="5" name="四角形: 角を丸くする 4">
              <a:extLst>
                <a:ext uri="{FF2B5EF4-FFF2-40B4-BE49-F238E27FC236}">
                  <a16:creationId xmlns="" xmlns:a16="http://schemas.microsoft.com/office/drawing/2014/main" id="{7DECF3F6-3771-478F-A28A-46A6E5D459C6}"/>
                </a:ext>
              </a:extLst>
            </p:cNvPr>
            <p:cNvSpPr/>
            <p:nvPr/>
          </p:nvSpPr>
          <p:spPr>
            <a:xfrm>
              <a:off x="5247405" y="1524988"/>
              <a:ext cx="2319866" cy="939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3200" b="1" dirty="0">
                  <a:latin typeface="Meiryo UI" panose="020B0604030504040204" pitchFamily="50" charset="-128"/>
                  <a:ea typeface="Meiryo UI" panose="020B0604030504040204" pitchFamily="50" charset="-128"/>
                </a:rPr>
                <a:t>区役所</a:t>
              </a:r>
              <a:endParaRPr kumimoji="1" lang="ja-JP" altLang="en-US" sz="3200" b="1" dirty="0">
                <a:latin typeface="Meiryo UI" panose="020B0604030504040204" pitchFamily="50" charset="-128"/>
                <a:ea typeface="Meiryo UI" panose="020B0604030504040204" pitchFamily="50" charset="-128"/>
              </a:endParaRPr>
            </a:p>
          </p:txBody>
        </p:sp>
        <p:sp>
          <p:nvSpPr>
            <p:cNvPr id="7" name="四角形: 角を丸くする 6">
              <a:extLst>
                <a:ext uri="{FF2B5EF4-FFF2-40B4-BE49-F238E27FC236}">
                  <a16:creationId xmlns="" xmlns:a16="http://schemas.microsoft.com/office/drawing/2014/main" id="{98BE72E4-E341-403E-8239-1E183795870D}"/>
                </a:ext>
              </a:extLst>
            </p:cNvPr>
            <p:cNvSpPr/>
            <p:nvPr/>
          </p:nvSpPr>
          <p:spPr>
            <a:xfrm>
              <a:off x="5327292" y="3202626"/>
              <a:ext cx="2160092" cy="93980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b="1" dirty="0">
                  <a:latin typeface="Meiryo UI" panose="020B0604030504040204" pitchFamily="50" charset="-128"/>
                  <a:ea typeface="Meiryo UI" panose="020B0604030504040204" pitchFamily="50" charset="-128"/>
                </a:rPr>
                <a:t>非常通信協力会</a:t>
              </a:r>
              <a:endParaRPr lang="en-US" altLang="ja-JP" sz="2000" b="1" dirty="0">
                <a:latin typeface="Meiryo UI" panose="020B0604030504040204" pitchFamily="50" charset="-128"/>
                <a:ea typeface="Meiryo UI" panose="020B0604030504040204" pitchFamily="50" charset="-128"/>
              </a:endParaRPr>
            </a:p>
            <a:p>
              <a:pPr algn="ctr"/>
              <a:r>
                <a:rPr kumimoji="1" lang="en-US" altLang="ja-JP" sz="2000" b="1" dirty="0">
                  <a:latin typeface="Meiryo UI" panose="020B0604030504040204" pitchFamily="50" charset="-128"/>
                  <a:ea typeface="Meiryo UI" panose="020B0604030504040204" pitchFamily="50" charset="-128"/>
                </a:rPr>
                <a:t>JR1YWK</a:t>
              </a:r>
              <a:endParaRPr kumimoji="1" lang="ja-JP" altLang="en-US" sz="2000" b="1" dirty="0">
                <a:latin typeface="Meiryo UI" panose="020B0604030504040204" pitchFamily="50" charset="-128"/>
                <a:ea typeface="Meiryo UI" panose="020B0604030504040204" pitchFamily="50" charset="-128"/>
              </a:endParaRPr>
            </a:p>
          </p:txBody>
        </p:sp>
        <p:cxnSp>
          <p:nvCxnSpPr>
            <p:cNvPr id="11" name="直線矢印コネクタ 10">
              <a:extLst>
                <a:ext uri="{FF2B5EF4-FFF2-40B4-BE49-F238E27FC236}">
                  <a16:creationId xmlns="" xmlns:a16="http://schemas.microsoft.com/office/drawing/2014/main" id="{5D63F86E-E2FA-4112-908D-1C20AB373CF8}"/>
                </a:ext>
              </a:extLst>
            </p:cNvPr>
            <p:cNvCxnSpPr>
              <a:cxnSpLocks/>
            </p:cNvCxnSpPr>
            <p:nvPr/>
          </p:nvCxnSpPr>
          <p:spPr>
            <a:xfrm flipH="1">
              <a:off x="6407338" y="2464788"/>
              <a:ext cx="1" cy="737838"/>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sp>
        <p:nvSpPr>
          <p:cNvPr id="6" name="スライド番号プレースホルダー 5"/>
          <p:cNvSpPr>
            <a:spLocks noGrp="1"/>
          </p:cNvSpPr>
          <p:nvPr>
            <p:ph type="sldNum" sz="quarter" idx="12"/>
          </p:nvPr>
        </p:nvSpPr>
        <p:spPr/>
        <p:txBody>
          <a:bodyPr/>
          <a:lstStyle/>
          <a:p>
            <a:fld id="{B5082A37-547C-4C2F-B61F-FF8420BEB5B6}" type="slidenum">
              <a:rPr kumimoji="1" lang="ja-JP" altLang="en-US" smtClean="0"/>
              <a:t>10</a:t>
            </a:fld>
            <a:endParaRPr kumimoji="1" lang="ja-JP" altLang="en-US"/>
          </a:p>
        </p:txBody>
      </p:sp>
      <p:sp>
        <p:nvSpPr>
          <p:cNvPr id="22" name="コンテンツ プレースホルダー 2">
            <a:extLst>
              <a:ext uri="{FF2B5EF4-FFF2-40B4-BE49-F238E27FC236}">
                <a16:creationId xmlns="" xmlns:a16="http://schemas.microsoft.com/office/drawing/2014/main" id="{CB31866D-1621-4EC2-93B5-CF4C2AA3AE0C}"/>
              </a:ext>
            </a:extLst>
          </p:cNvPr>
          <p:cNvSpPr txBox="1">
            <a:spLocks/>
          </p:cNvSpPr>
          <p:nvPr/>
        </p:nvSpPr>
        <p:spPr>
          <a:xfrm>
            <a:off x="175847" y="1524988"/>
            <a:ext cx="5228492" cy="489211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000" dirty="0" smtClean="0">
                <a:latin typeface="Meiryo UI" pitchFamily="50" charset="-128"/>
                <a:ea typeface="Meiryo UI" pitchFamily="50" charset="-128"/>
              </a:rPr>
              <a:t>拠点の無線班（情報班）と</a:t>
            </a:r>
            <a:r>
              <a:rPr lang="en-US" altLang="ja-JP" sz="2000" dirty="0" smtClean="0">
                <a:latin typeface="Meiryo UI" pitchFamily="50" charset="-128"/>
                <a:ea typeface="Meiryo UI" pitchFamily="50" charset="-128"/>
              </a:rPr>
              <a:t>YWK</a:t>
            </a:r>
            <a:r>
              <a:rPr lang="ja-JP" altLang="en-US" sz="2000" dirty="0" smtClean="0">
                <a:latin typeface="Meiryo UI" pitchFamily="50" charset="-128"/>
                <a:ea typeface="Meiryo UI" pitchFamily="50" charset="-128"/>
              </a:rPr>
              <a:t>とは独立した</a:t>
            </a:r>
            <a:r>
              <a:rPr lang="ja-JP" altLang="en-US" sz="2000" dirty="0" smtClean="0">
                <a:solidFill>
                  <a:srgbClr val="FF0000"/>
                </a:solidFill>
                <a:latin typeface="Meiryo UI" pitchFamily="50" charset="-128"/>
                <a:ea typeface="Meiryo UI" pitchFamily="50" charset="-128"/>
              </a:rPr>
              <a:t>別の組織</a:t>
            </a:r>
            <a:r>
              <a:rPr lang="ja-JP" altLang="en-US" sz="2000" dirty="0" smtClean="0">
                <a:latin typeface="Meiryo UI" pitchFamily="50" charset="-128"/>
                <a:ea typeface="Meiryo UI" pitchFamily="50" charset="-128"/>
              </a:rPr>
              <a:t>です</a:t>
            </a:r>
            <a:endParaRPr lang="en-US" altLang="ja-JP" sz="2000" dirty="0">
              <a:latin typeface="Meiryo UI" pitchFamily="50" charset="-128"/>
              <a:ea typeface="Meiryo UI" pitchFamily="50" charset="-128"/>
            </a:endParaRPr>
          </a:p>
          <a:p>
            <a:pPr lvl="1"/>
            <a:r>
              <a:rPr lang="ja-JP" altLang="en-US" sz="1800" dirty="0" smtClean="0">
                <a:latin typeface="Meiryo UI" pitchFamily="50" charset="-128"/>
                <a:ea typeface="Meiryo UI" pitchFamily="50" charset="-128"/>
              </a:rPr>
              <a:t>指示系統が異なる</a:t>
            </a:r>
            <a:endParaRPr lang="ja-JP" altLang="en-US" sz="1800" dirty="0">
              <a:latin typeface="Meiryo UI" pitchFamily="50" charset="-128"/>
              <a:ea typeface="Meiryo UI" pitchFamily="50" charset="-128"/>
            </a:endParaRPr>
          </a:p>
          <a:p>
            <a:pPr lvl="2"/>
            <a:r>
              <a:rPr lang="en-US" altLang="ja-JP" sz="1600" dirty="0" smtClean="0">
                <a:latin typeface="Meiryo UI" pitchFamily="50" charset="-128"/>
                <a:ea typeface="Meiryo UI" pitchFamily="50" charset="-128"/>
              </a:rPr>
              <a:t>YWK</a:t>
            </a:r>
            <a:r>
              <a:rPr lang="ja-JP" altLang="en-US" sz="1600" dirty="0" smtClean="0">
                <a:latin typeface="Meiryo UI" pitchFamily="50" charset="-128"/>
                <a:ea typeface="Meiryo UI" pitchFamily="50" charset="-128"/>
              </a:rPr>
              <a:t>：区役所からの要請</a:t>
            </a:r>
            <a:endParaRPr lang="ja-JP" sz="1600" dirty="0">
              <a:latin typeface="Meiryo UI" pitchFamily="50" charset="-128"/>
              <a:ea typeface="Meiryo UI" pitchFamily="50" charset="-128"/>
              <a:cs typeface="+mn-lt"/>
            </a:endParaRPr>
          </a:p>
          <a:p>
            <a:pPr lvl="2"/>
            <a:r>
              <a:rPr lang="ja-JP" altLang="en-US" sz="1600" dirty="0" smtClean="0">
                <a:latin typeface="Meiryo UI" pitchFamily="50" charset="-128"/>
                <a:ea typeface="Meiryo UI" pitchFamily="50" charset="-128"/>
              </a:rPr>
              <a:t>無線班：拠点運営委員長からの指示</a:t>
            </a:r>
            <a:endParaRPr lang="ja-JP" sz="1600" dirty="0">
              <a:latin typeface="Meiryo UI" pitchFamily="50" charset="-128"/>
              <a:ea typeface="Meiryo UI" pitchFamily="50" charset="-128"/>
              <a:cs typeface="+mn-lt"/>
            </a:endParaRPr>
          </a:p>
          <a:p>
            <a:pPr lvl="1"/>
            <a:r>
              <a:rPr lang="ja-JP" altLang="en-US" sz="1800" dirty="0" smtClean="0">
                <a:solidFill>
                  <a:srgbClr val="000000"/>
                </a:solidFill>
                <a:latin typeface="Meiryo UI" pitchFamily="50" charset="-128"/>
                <a:ea typeface="Meiryo UI" pitchFamily="50" charset="-128"/>
              </a:rPr>
              <a:t>役割が異なる</a:t>
            </a:r>
            <a:endParaRPr lang="en-US" altLang="ja-JP" sz="1800" dirty="0" smtClean="0">
              <a:solidFill>
                <a:srgbClr val="000000"/>
              </a:solidFill>
              <a:latin typeface="Meiryo UI" pitchFamily="50" charset="-128"/>
              <a:ea typeface="Meiryo UI" pitchFamily="50" charset="-128"/>
            </a:endParaRPr>
          </a:p>
          <a:p>
            <a:pPr lvl="2"/>
            <a:r>
              <a:rPr lang="en-US" altLang="ja-JP" sz="1600" dirty="0">
                <a:latin typeface="Meiryo UI" pitchFamily="50" charset="-128"/>
                <a:ea typeface="Meiryo UI" pitchFamily="50" charset="-128"/>
              </a:rPr>
              <a:t>YWK</a:t>
            </a:r>
            <a:r>
              <a:rPr lang="ja-JP" altLang="en-US" sz="1600" dirty="0" smtClean="0">
                <a:latin typeface="Meiryo UI" pitchFamily="50" charset="-128"/>
                <a:ea typeface="Meiryo UI" pitchFamily="50" charset="-128"/>
              </a:rPr>
              <a:t>：旭区との協定に基づく非常通信訓練及び機材点検</a:t>
            </a:r>
            <a:endParaRPr lang="ja-JP" altLang="ja-JP" sz="1600" dirty="0">
              <a:latin typeface="Meiryo UI" pitchFamily="50" charset="-128"/>
              <a:ea typeface="Meiryo UI" pitchFamily="50" charset="-128"/>
              <a:cs typeface="+mn-lt"/>
            </a:endParaRPr>
          </a:p>
          <a:p>
            <a:pPr lvl="2"/>
            <a:r>
              <a:rPr lang="ja-JP" altLang="en-US" sz="1600" dirty="0">
                <a:latin typeface="Meiryo UI" pitchFamily="50" charset="-128"/>
                <a:ea typeface="Meiryo UI" pitchFamily="50" charset="-128"/>
              </a:rPr>
              <a:t>無線班</a:t>
            </a:r>
            <a:r>
              <a:rPr lang="ja-JP" altLang="en-US" sz="1600" dirty="0" smtClean="0">
                <a:latin typeface="Meiryo UI" pitchFamily="50" charset="-128"/>
                <a:ea typeface="Meiryo UI" pitchFamily="50" charset="-128"/>
              </a:rPr>
              <a:t>：</a:t>
            </a:r>
            <a:r>
              <a:rPr lang="ja-JP" altLang="en-US" sz="1600" dirty="0">
                <a:latin typeface="Meiryo UI" pitchFamily="50" charset="-128"/>
                <a:ea typeface="Meiryo UI" pitchFamily="50" charset="-128"/>
              </a:rPr>
              <a:t>拠点運営</a:t>
            </a:r>
            <a:r>
              <a:rPr lang="ja-JP" altLang="en-US" sz="1600" dirty="0" smtClean="0">
                <a:latin typeface="Meiryo UI" pitchFamily="50" charset="-128"/>
                <a:ea typeface="Meiryo UI" pitchFamily="50" charset="-128"/>
              </a:rPr>
              <a:t>委員長</a:t>
            </a:r>
            <a:r>
              <a:rPr lang="ja-JP" altLang="en-US" sz="1600" dirty="0">
                <a:latin typeface="Meiryo UI" pitchFamily="50" charset="-128"/>
                <a:ea typeface="Meiryo UI" pitchFamily="50" charset="-128"/>
              </a:rPr>
              <a:t>からの</a:t>
            </a:r>
            <a:r>
              <a:rPr lang="ja-JP" altLang="en-US" sz="1600" dirty="0" smtClean="0">
                <a:latin typeface="Meiryo UI" pitchFamily="50" charset="-128"/>
                <a:ea typeface="Meiryo UI" pitchFamily="50" charset="-128"/>
              </a:rPr>
              <a:t>指示に基づく拠点内での情報通信活動</a:t>
            </a:r>
            <a:endParaRPr lang="en-US" altLang="ja-JP" sz="1600" dirty="0" smtClean="0">
              <a:latin typeface="Meiryo UI" pitchFamily="50" charset="-128"/>
              <a:ea typeface="Meiryo UI" pitchFamily="50" charset="-128"/>
            </a:endParaRPr>
          </a:p>
          <a:p>
            <a:r>
              <a:rPr lang="ja-JP" altLang="en-US" sz="2000" dirty="0" smtClean="0">
                <a:latin typeface="Meiryo UI" pitchFamily="50" charset="-128"/>
                <a:ea typeface="Meiryo UI" pitchFamily="50" charset="-128"/>
                <a:cs typeface="+mn-lt"/>
              </a:rPr>
              <a:t>同一人物が無線班と</a:t>
            </a:r>
            <a:r>
              <a:rPr lang="en-US" altLang="ja-JP" sz="2000" dirty="0" smtClean="0">
                <a:latin typeface="Meiryo UI" pitchFamily="50" charset="-128"/>
                <a:ea typeface="Meiryo UI" pitchFamily="50" charset="-128"/>
                <a:cs typeface="+mn-lt"/>
              </a:rPr>
              <a:t>YWK</a:t>
            </a:r>
            <a:r>
              <a:rPr lang="ja-JP" altLang="en-US" sz="2000" dirty="0" smtClean="0">
                <a:latin typeface="Meiryo UI" pitchFamily="50" charset="-128"/>
                <a:ea typeface="Meiryo UI" pitchFamily="50" charset="-128"/>
                <a:cs typeface="+mn-lt"/>
              </a:rPr>
              <a:t>の両方に属することもできる</a:t>
            </a:r>
            <a:endParaRPr lang="en-US" altLang="ja-JP" sz="2000" dirty="0" smtClean="0">
              <a:latin typeface="Meiryo UI" pitchFamily="50" charset="-128"/>
              <a:ea typeface="Meiryo UI" pitchFamily="50" charset="-128"/>
              <a:cs typeface="+mn-lt"/>
            </a:endParaRPr>
          </a:p>
          <a:p>
            <a:pPr lvl="1"/>
            <a:r>
              <a:rPr lang="ja-JP" altLang="en-US" sz="1800" dirty="0" smtClean="0">
                <a:latin typeface="Meiryo UI" pitchFamily="50" charset="-128"/>
                <a:ea typeface="Meiryo UI" pitchFamily="50" charset="-128"/>
                <a:cs typeface="+mn-lt"/>
              </a:rPr>
              <a:t>上記指示系統のもとに活動をお願いいたします</a:t>
            </a:r>
            <a:endParaRPr lang="ja-JP" altLang="ja-JP" sz="1800" dirty="0">
              <a:latin typeface="Meiryo UI" pitchFamily="50" charset="-128"/>
              <a:ea typeface="Meiryo UI" pitchFamily="50" charset="-128"/>
              <a:cs typeface="+mn-lt"/>
            </a:endParaRPr>
          </a:p>
        </p:txBody>
      </p:sp>
      <p:grpSp>
        <p:nvGrpSpPr>
          <p:cNvPr id="14" name="グループ化 13"/>
          <p:cNvGrpSpPr/>
          <p:nvPr/>
        </p:nvGrpSpPr>
        <p:grpSpPr>
          <a:xfrm>
            <a:off x="8204226" y="1508665"/>
            <a:ext cx="3610707" cy="2601450"/>
            <a:chOff x="8204226" y="1524653"/>
            <a:chExt cx="3610707" cy="2601450"/>
          </a:xfrm>
        </p:grpSpPr>
        <p:sp>
          <p:nvSpPr>
            <p:cNvPr id="9" name="四角形: 角を丸くする 8">
              <a:extLst>
                <a:ext uri="{FF2B5EF4-FFF2-40B4-BE49-F238E27FC236}">
                  <a16:creationId xmlns="" xmlns:a16="http://schemas.microsoft.com/office/drawing/2014/main" id="{2FA2A87C-E799-472A-831D-EF0D800440F1}"/>
                </a:ext>
              </a:extLst>
            </p:cNvPr>
            <p:cNvSpPr/>
            <p:nvPr/>
          </p:nvSpPr>
          <p:spPr>
            <a:xfrm>
              <a:off x="8929533" y="1524653"/>
              <a:ext cx="2160092" cy="939800"/>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b="1" dirty="0">
                  <a:latin typeface="Meiryo UI" panose="020B0604030504040204" pitchFamily="50" charset="-128"/>
                  <a:ea typeface="Meiryo UI" panose="020B0604030504040204" pitchFamily="50" charset="-128"/>
                </a:rPr>
                <a:t>拠点運営委員長</a:t>
              </a:r>
              <a:endParaRPr kumimoji="1" lang="ja-JP" altLang="en-US" sz="2000" b="1" dirty="0">
                <a:latin typeface="Meiryo UI" panose="020B0604030504040204" pitchFamily="50" charset="-128"/>
                <a:ea typeface="Meiryo UI" panose="020B0604030504040204" pitchFamily="50" charset="-128"/>
              </a:endParaRPr>
            </a:p>
          </p:txBody>
        </p:sp>
        <p:grpSp>
          <p:nvGrpSpPr>
            <p:cNvPr id="12" name="グループ化 11"/>
            <p:cNvGrpSpPr/>
            <p:nvPr/>
          </p:nvGrpSpPr>
          <p:grpSpPr>
            <a:xfrm>
              <a:off x="8204226" y="3199547"/>
              <a:ext cx="3610707" cy="926556"/>
              <a:chOff x="8204226" y="3199547"/>
              <a:chExt cx="3610707" cy="926556"/>
            </a:xfrm>
          </p:grpSpPr>
          <p:sp>
            <p:nvSpPr>
              <p:cNvPr id="23" name="四角形: 角を丸くする 6">
                <a:extLst>
                  <a:ext uri="{FF2B5EF4-FFF2-40B4-BE49-F238E27FC236}">
                    <a16:creationId xmlns="" xmlns:a16="http://schemas.microsoft.com/office/drawing/2014/main" id="{98BE72E4-E341-403E-8239-1E183795870D}"/>
                  </a:ext>
                </a:extLst>
              </p:cNvPr>
              <p:cNvSpPr/>
              <p:nvPr/>
            </p:nvSpPr>
            <p:spPr>
              <a:xfrm>
                <a:off x="8204226" y="3199547"/>
                <a:ext cx="1101969" cy="926556"/>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b="1" dirty="0" smtClean="0">
                    <a:latin typeface="Meiryo UI" panose="020B0604030504040204" pitchFamily="50" charset="-128"/>
                    <a:ea typeface="Meiryo UI" panose="020B0604030504040204" pitchFamily="50" charset="-128"/>
                  </a:rPr>
                  <a:t>無線班</a:t>
                </a:r>
                <a:endParaRPr kumimoji="1" lang="ja-JP" altLang="en-US" sz="2000" b="1" dirty="0">
                  <a:latin typeface="Meiryo UI" panose="020B0604030504040204" pitchFamily="50" charset="-128"/>
                  <a:ea typeface="Meiryo UI" panose="020B0604030504040204" pitchFamily="50" charset="-128"/>
                </a:endParaRPr>
              </a:p>
            </p:txBody>
          </p:sp>
          <p:sp>
            <p:nvSpPr>
              <p:cNvPr id="24" name="四角形: 角を丸くする 6">
                <a:extLst>
                  <a:ext uri="{FF2B5EF4-FFF2-40B4-BE49-F238E27FC236}">
                    <a16:creationId xmlns="" xmlns:a16="http://schemas.microsoft.com/office/drawing/2014/main" id="{98BE72E4-E341-403E-8239-1E183795870D}"/>
                  </a:ext>
                </a:extLst>
              </p:cNvPr>
              <p:cNvSpPr/>
              <p:nvPr/>
            </p:nvSpPr>
            <p:spPr>
              <a:xfrm>
                <a:off x="9458595" y="3199547"/>
                <a:ext cx="1101969" cy="926556"/>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000" b="1" dirty="0" smtClean="0">
                    <a:latin typeface="Meiryo UI" panose="020B0604030504040204" pitchFamily="50" charset="-128"/>
                    <a:ea typeface="Meiryo UI" panose="020B0604030504040204" pitchFamily="50" charset="-128"/>
                  </a:rPr>
                  <a:t>xxx</a:t>
                </a:r>
                <a:r>
                  <a:rPr lang="ja-JP" altLang="en-US" sz="2000" b="1" dirty="0" smtClean="0">
                    <a:latin typeface="Meiryo UI" panose="020B0604030504040204" pitchFamily="50" charset="-128"/>
                    <a:ea typeface="Meiryo UI" panose="020B0604030504040204" pitchFamily="50" charset="-128"/>
                  </a:rPr>
                  <a:t>班</a:t>
                </a:r>
                <a:endParaRPr kumimoji="1" lang="ja-JP" altLang="en-US" sz="2000" b="1" dirty="0">
                  <a:latin typeface="Meiryo UI" panose="020B0604030504040204" pitchFamily="50" charset="-128"/>
                  <a:ea typeface="Meiryo UI" panose="020B0604030504040204" pitchFamily="50" charset="-128"/>
                </a:endParaRPr>
              </a:p>
            </p:txBody>
          </p:sp>
          <p:sp>
            <p:nvSpPr>
              <p:cNvPr id="25" name="四角形: 角を丸くする 6">
                <a:extLst>
                  <a:ext uri="{FF2B5EF4-FFF2-40B4-BE49-F238E27FC236}">
                    <a16:creationId xmlns="" xmlns:a16="http://schemas.microsoft.com/office/drawing/2014/main" id="{98BE72E4-E341-403E-8239-1E183795870D}"/>
                  </a:ext>
                </a:extLst>
              </p:cNvPr>
              <p:cNvSpPr/>
              <p:nvPr/>
            </p:nvSpPr>
            <p:spPr>
              <a:xfrm>
                <a:off x="10712964" y="3199547"/>
                <a:ext cx="1101969" cy="926556"/>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000" b="1" dirty="0" smtClean="0">
                    <a:latin typeface="Meiryo UI" panose="020B0604030504040204" pitchFamily="50" charset="-128"/>
                    <a:ea typeface="Meiryo UI" panose="020B0604030504040204" pitchFamily="50" charset="-128"/>
                  </a:rPr>
                  <a:t>xxx</a:t>
                </a:r>
                <a:r>
                  <a:rPr lang="ja-JP" altLang="en-US" sz="2000" b="1" dirty="0" smtClean="0">
                    <a:latin typeface="Meiryo UI" panose="020B0604030504040204" pitchFamily="50" charset="-128"/>
                    <a:ea typeface="Meiryo UI" panose="020B0604030504040204" pitchFamily="50" charset="-128"/>
                  </a:rPr>
                  <a:t>班</a:t>
                </a:r>
                <a:endParaRPr kumimoji="1" lang="ja-JP" altLang="en-US" sz="2000" b="1" dirty="0">
                  <a:latin typeface="Meiryo UI" panose="020B0604030504040204" pitchFamily="50" charset="-128"/>
                  <a:ea typeface="Meiryo UI" panose="020B0604030504040204" pitchFamily="50" charset="-128"/>
                </a:endParaRPr>
              </a:p>
            </p:txBody>
          </p:sp>
        </p:grpSp>
        <p:sp>
          <p:nvSpPr>
            <p:cNvPr id="4" name="フリーフォーム 3"/>
            <p:cNvSpPr/>
            <p:nvPr/>
          </p:nvSpPr>
          <p:spPr>
            <a:xfrm>
              <a:off x="8766933" y="2883877"/>
              <a:ext cx="2485292" cy="328246"/>
            </a:xfrm>
            <a:custGeom>
              <a:avLst/>
              <a:gdLst>
                <a:gd name="connsiteX0" fmla="*/ 0 w 2485292"/>
                <a:gd name="connsiteY0" fmla="*/ 316523 h 328246"/>
                <a:gd name="connsiteX1" fmla="*/ 0 w 2485292"/>
                <a:gd name="connsiteY1" fmla="*/ 0 h 328246"/>
                <a:gd name="connsiteX2" fmla="*/ 2485292 w 2485292"/>
                <a:gd name="connsiteY2" fmla="*/ 0 h 328246"/>
                <a:gd name="connsiteX3" fmla="*/ 2485292 w 2485292"/>
                <a:gd name="connsiteY3" fmla="*/ 328246 h 328246"/>
              </a:gdLst>
              <a:ahLst/>
              <a:cxnLst>
                <a:cxn ang="0">
                  <a:pos x="connsiteX0" y="connsiteY0"/>
                </a:cxn>
                <a:cxn ang="0">
                  <a:pos x="connsiteX1" y="connsiteY1"/>
                </a:cxn>
                <a:cxn ang="0">
                  <a:pos x="connsiteX2" y="connsiteY2"/>
                </a:cxn>
                <a:cxn ang="0">
                  <a:pos x="connsiteX3" y="connsiteY3"/>
                </a:cxn>
              </a:cxnLst>
              <a:rect l="l" t="t" r="r" b="b"/>
              <a:pathLst>
                <a:path w="2485292" h="328246">
                  <a:moveTo>
                    <a:pt x="0" y="316523"/>
                  </a:moveTo>
                  <a:lnTo>
                    <a:pt x="0" y="0"/>
                  </a:lnTo>
                  <a:lnTo>
                    <a:pt x="2485292" y="0"/>
                  </a:lnTo>
                  <a:lnTo>
                    <a:pt x="2485292" y="328246"/>
                  </a:lnTo>
                </a:path>
              </a:pathLst>
            </a:custGeom>
            <a:ln w="57150">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cxnSp>
          <p:nvCxnSpPr>
            <p:cNvPr id="26" name="直線矢印コネクタ 25">
              <a:extLst>
                <a:ext uri="{FF2B5EF4-FFF2-40B4-BE49-F238E27FC236}">
                  <a16:creationId xmlns="" xmlns:a16="http://schemas.microsoft.com/office/drawing/2014/main" id="{5D63F86E-E2FA-4112-908D-1C20AB373CF8}"/>
                </a:ext>
              </a:extLst>
            </p:cNvPr>
            <p:cNvCxnSpPr>
              <a:cxnSpLocks/>
            </p:cNvCxnSpPr>
            <p:nvPr/>
          </p:nvCxnSpPr>
          <p:spPr>
            <a:xfrm flipH="1">
              <a:off x="10009579" y="2461511"/>
              <a:ext cx="1" cy="737838"/>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sp>
        <p:nvSpPr>
          <p:cNvPr id="19" name="横巻き 18"/>
          <p:cNvSpPr/>
          <p:nvPr/>
        </p:nvSpPr>
        <p:spPr>
          <a:xfrm>
            <a:off x="5746816" y="4126103"/>
            <a:ext cx="2043527" cy="937846"/>
          </a:xfrm>
          <a:prstGeom prst="horizontalScroll">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2" algn="ctr"/>
            <a:r>
              <a:rPr kumimoji="1" lang="ja-JP" altLang="en-US" sz="1200" dirty="0" smtClean="0">
                <a:solidFill>
                  <a:schemeClr val="tx1"/>
                </a:solidFill>
                <a:latin typeface="Meiryo UI" pitchFamily="50" charset="-128"/>
                <a:ea typeface="Meiryo UI" pitchFamily="50" charset="-128"/>
              </a:rPr>
              <a:t>旭区</a:t>
            </a:r>
            <a:r>
              <a:rPr lang="ja-JP" altLang="en-US" sz="1200" dirty="0">
                <a:solidFill>
                  <a:schemeClr val="tx1"/>
                </a:solidFill>
                <a:latin typeface="Meiryo UI" pitchFamily="50" charset="-128"/>
                <a:ea typeface="Meiryo UI" pitchFamily="50" charset="-128"/>
              </a:rPr>
              <a:t>との協定に基づく非常通信訓練及び機材</a:t>
            </a:r>
            <a:r>
              <a:rPr lang="ja-JP" altLang="en-US" sz="1200" dirty="0" smtClean="0">
                <a:solidFill>
                  <a:schemeClr val="tx1"/>
                </a:solidFill>
                <a:latin typeface="Meiryo UI" pitchFamily="50" charset="-128"/>
                <a:ea typeface="Meiryo UI" pitchFamily="50" charset="-128"/>
              </a:rPr>
              <a:t>点検</a:t>
            </a:r>
            <a:endParaRPr lang="ja-JP" altLang="ja-JP" sz="1200" dirty="0">
              <a:solidFill>
                <a:schemeClr val="tx1"/>
              </a:solidFill>
              <a:latin typeface="Meiryo UI" pitchFamily="50" charset="-128"/>
              <a:ea typeface="Meiryo UI" pitchFamily="50" charset="-128"/>
              <a:cs typeface="+mn-lt"/>
            </a:endParaRPr>
          </a:p>
        </p:txBody>
      </p:sp>
      <p:sp>
        <p:nvSpPr>
          <p:cNvPr id="31" name="横巻き 30"/>
          <p:cNvSpPr/>
          <p:nvPr/>
        </p:nvSpPr>
        <p:spPr>
          <a:xfrm>
            <a:off x="8112369" y="4110116"/>
            <a:ext cx="1346225" cy="1083208"/>
          </a:xfrm>
          <a:prstGeom prst="horizontalScroll">
            <a:avLst>
              <a:gd name="adj" fmla="val 8257"/>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2"/>
            <a:r>
              <a:rPr lang="ja-JP" altLang="en-US" sz="1200" dirty="0">
                <a:solidFill>
                  <a:schemeClr val="tx1"/>
                </a:solidFill>
                <a:latin typeface="Meiryo UI" pitchFamily="50" charset="-128"/>
                <a:ea typeface="Meiryo UI" pitchFamily="50" charset="-128"/>
              </a:rPr>
              <a:t>委員長からの指示に基づく拠点内での</a:t>
            </a:r>
            <a:r>
              <a:rPr lang="ja-JP" altLang="en-US" sz="1200" dirty="0" smtClean="0">
                <a:solidFill>
                  <a:schemeClr val="tx1"/>
                </a:solidFill>
                <a:latin typeface="Meiryo UI" pitchFamily="50" charset="-128"/>
                <a:ea typeface="Meiryo UI" pitchFamily="50" charset="-128"/>
              </a:rPr>
              <a:t>情報通信活動</a:t>
            </a:r>
            <a:endParaRPr lang="ja-JP" altLang="ja-JP" sz="1200" dirty="0">
              <a:solidFill>
                <a:schemeClr val="tx1"/>
              </a:solidFill>
              <a:latin typeface="Meiryo UI" pitchFamily="50" charset="-128"/>
              <a:ea typeface="Meiryo UI" pitchFamily="50" charset="-128"/>
              <a:cs typeface="+mn-lt"/>
            </a:endParaRPr>
          </a:p>
        </p:txBody>
      </p:sp>
      <p:sp>
        <p:nvSpPr>
          <p:cNvPr id="28" name="下矢印 27"/>
          <p:cNvSpPr/>
          <p:nvPr/>
        </p:nvSpPr>
        <p:spPr>
          <a:xfrm>
            <a:off x="6545841" y="5021445"/>
            <a:ext cx="445477" cy="1293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28"/>
          <p:cNvSpPr/>
          <p:nvPr/>
        </p:nvSpPr>
        <p:spPr>
          <a:xfrm>
            <a:off x="5506492" y="5193324"/>
            <a:ext cx="2524173" cy="1430214"/>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ja-JP" altLang="en-US" sz="1400" dirty="0" smtClean="0">
                <a:solidFill>
                  <a:schemeClr val="tx1"/>
                </a:solidFill>
                <a:latin typeface="Meiryo UI" pitchFamily="50" charset="-128"/>
                <a:ea typeface="Meiryo UI" pitchFamily="50" charset="-128"/>
              </a:rPr>
              <a:t>旭区が管理する無線機、電源、アンテナ</a:t>
            </a:r>
            <a:endParaRPr kumimoji="1" lang="ja-JP" altLang="en-US" sz="1400" dirty="0">
              <a:solidFill>
                <a:schemeClr val="tx1"/>
              </a:solidFill>
              <a:latin typeface="Meiryo UI" pitchFamily="50" charset="-128"/>
              <a:ea typeface="Meiryo UI" pitchFamily="50" charset="-128"/>
            </a:endParaRPr>
          </a:p>
        </p:txBody>
      </p:sp>
      <p:sp>
        <p:nvSpPr>
          <p:cNvPr id="30" name="AutoShape 2" descr="Amazon | ICOM IC-2730D 144/430MHzデュアルバンド FM 50W トランシーバー | アイコム(ICOM) | 無線機"/>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1024" name="AutoShape 4" descr="Amazon | ICOM IC-2730D 144/430MHzデュアルバンド FM 50W トランシーバー | アイコム(ICOM) | 無線機"/>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1025" name="AutoShape 6" descr="Amazon | ICOM IC-2730D 144/430MHzデュアルバンド FM 50W トランシーバー | アイコム(ICOM) | 無線機"/>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2056"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13016" y="5873405"/>
            <a:ext cx="1155564" cy="72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7" name="Picture 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68580" y="6156443"/>
            <a:ext cx="643381" cy="439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9"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7540752" y="5533292"/>
            <a:ext cx="387759" cy="1063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3620947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953</TotalTime>
  <Words>834</Words>
  <Application>Microsoft Office PowerPoint</Application>
  <PresentationFormat>ユーザー設定</PresentationFormat>
  <Paragraphs>92</Paragraphs>
  <Slides>10</Slides>
  <Notes>1</Notes>
  <HiddenSlides>0</HiddenSlides>
  <MMClips>0</MMClips>
  <ScaleCrop>false</ScaleCrop>
  <HeadingPairs>
    <vt:vector size="4" baseType="variant">
      <vt:variant>
        <vt:lpstr>テーマ</vt:lpstr>
      </vt:variant>
      <vt:variant>
        <vt:i4>1</vt:i4>
      </vt:variant>
      <vt:variant>
        <vt:lpstr>スライド タイトル</vt:lpstr>
      </vt:variant>
      <vt:variant>
        <vt:i4>10</vt:i4>
      </vt:variant>
    </vt:vector>
  </HeadingPairs>
  <TitlesOfParts>
    <vt:vector size="11" baseType="lpstr">
      <vt:lpstr>Office テーマ</vt:lpstr>
      <vt:lpstr>横浜市アマチュア無線非常通信協力会 旭区支部</vt:lpstr>
      <vt:lpstr>横浜市アマチュア無線非常通信協力会</vt:lpstr>
      <vt:lpstr>横浜市アマチュア無線非常通信協力会旭区支部</vt:lpstr>
      <vt:lpstr>「旭区防災計画　震災対策編　2018」</vt:lpstr>
      <vt:lpstr>旭区災害対策本部非常通信ネットワーク</vt:lpstr>
      <vt:lpstr>旭区役所、非常通信協力会、拠点との関係</vt:lpstr>
      <vt:lpstr>非常通信訓練、機材点検実施までの手順</vt:lpstr>
      <vt:lpstr>非常通信訓練、機材点検実施までの手順</vt:lpstr>
      <vt:lpstr>YWKの訓練予定表（全会員に公開）</vt:lpstr>
      <vt:lpstr>拠点の無線班（情報班）とYWKとの関係</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Ｈｈ</dc:title>
  <dc:creator>西川 哲人（Akihito Nishikawa）</dc:creator>
  <cp:lastModifiedBy>user</cp:lastModifiedBy>
  <cp:revision>668</cp:revision>
  <cp:lastPrinted>2021-04-25T20:26:31Z</cp:lastPrinted>
  <dcterms:created xsi:type="dcterms:W3CDTF">2021-03-21T10:49:53Z</dcterms:created>
  <dcterms:modified xsi:type="dcterms:W3CDTF">2021-09-09T13:04:08Z</dcterms:modified>
</cp:coreProperties>
</file>